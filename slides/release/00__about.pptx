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Practical AI Security for Security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Systems for Security Engineers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OWASP GenAI Top 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 Detection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AI-Aware WAF Rules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Securing RAG Pipelines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Agentic AI Security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 Security for AI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Detection Engineering &amp; SOC Integration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 WAFs and AI Security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Building a Layered AI Defense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for Defense: From Findings to Verified Fixes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Pre-requisites and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Basic coding knowledge is assumed</a:t>
            </a:r>
          </a:p>
          <a:p>
            <a:r>
              <a:t> Have a coding development environment</a:t>
            </a:r>
          </a:p>
          <a:p>
            <a:pPr lvl="1"/>
            <a:r>
              <a:t> We will set this up in class</a:t>
            </a:r>
          </a:p>
          <a:p>
            <a:pPr lvl="1"/>
            <a:r>
              <a:t> Or on the cloud</a:t>
            </a:r>
          </a:p>
          <a:p>
            <a:r>
              <a:t> Curiosity!</a:t>
            </a:r>
          </a:p>
          <a:p>
            <a:pPr lvl="1"/>
            <a:r>
              <a:t> Ask a lot of questions</a:t>
            </a:r>
          </a:p>
          <a:p>
            <a:r>
              <a:t> This is an AI security class</a:t>
            </a:r>
          </a:p>
          <a:p>
            <a:pPr lvl="1"/>
            <a:r>
              <a:t> Intermediate to advanced; comfort with HTTP/API security and the OWASP Top 10 helps</a:t>
            </a:r>
          </a:p>
          <a:p>
            <a:pPr lvl="1"/>
            <a:r>
              <a:t> Class will be based on the pace of majority of the students</a:t>
            </a:r>
          </a:p>
          <a:p>
            <a:r>
              <a:t>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Teaching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Emphasis on concepts &amp; fundamentals</a:t>
            </a:r>
          </a:p>
          <a:p>
            <a:r>
              <a:t> API - no need to learn anything by heart</a:t>
            </a:r>
          </a:p>
          <a:p>
            <a:r>
              <a:t> Highly interactive (questions and discussions are welcome)</a:t>
            </a:r>
          </a:p>
          <a:p>
            <a:r>
              <a:t> Hands-on (learn by doing)</a:t>
            </a:r>
          </a:p>
          <a:p>
            <a:r>
              <a:t>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Lots of Labs: Learn By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>
            <a:r>
              <a:t>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any-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066543"/>
            <a:ext cx="686714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Learning To Fly...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learn-to-f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883664"/>
            <a:ext cx="8165592" cy="44714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>
            <a:r>
              <a:t>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classroom-i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3664"/>
            <a:ext cx="8266175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+ Flight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cockp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883664"/>
            <a:ext cx="826617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Will Take A Lot Of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883664"/>
            <a:ext cx="8110727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You And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About Instructor</a:t>
            </a:r>
          </a:p>
          <a:p>
            <a:r>
              <a:t> About you</a:t>
            </a:r>
          </a:p>
          <a:p>
            <a:pPr lvl="1"/>
            <a:r>
              <a:t> Your Name</a:t>
            </a:r>
          </a:p>
          <a:p>
            <a:pPr lvl="1"/>
            <a:r>
              <a:t> Your background (developer, admin, manager, ...)</a:t>
            </a:r>
          </a:p>
          <a:p>
            <a:pPr lvl="1"/>
            <a:r>
              <a:t> Technologies you are familiar with</a:t>
            </a:r>
          </a:p>
          <a:p>
            <a:pPr lvl="1"/>
            <a:r>
              <a:t> Familiarity with AI security (scale of 1 - 4 ;  1 - new,   4 - expert)</a:t>
            </a:r>
          </a:p>
          <a:p>
            <a:pPr lvl="1"/>
            <a:r>
              <a:t> Something non-technical about you!(favorite ice cream flavor / hobby...)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hiking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5559552"/>
            <a:ext cx="2057400" cy="1819656"/>
          </a:xfrm>
          <a:prstGeom prst="rect">
            <a:avLst/>
          </a:prstGeom>
        </p:spPr>
      </p:pic>
      <p:pic>
        <p:nvPicPr>
          <p:cNvPr id="6" name="Picture 5" descr="ice-cream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5577840"/>
            <a:ext cx="3236976" cy="1755648"/>
          </a:xfrm>
          <a:prstGeom prst="rect">
            <a:avLst/>
          </a:prstGeom>
        </p:spPr>
      </p:pic>
      <p:pic>
        <p:nvPicPr>
          <p:cNvPr id="7" name="Picture 6" descr="biking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5559552"/>
            <a:ext cx="2057400" cy="1819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