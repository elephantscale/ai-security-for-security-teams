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business/learn/agent-security-enterprise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6 — Agentic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Enterprise agent security: task authority and independently enforced boundaries</a:t>
            </a:r>
          </a:p>
          <a:p>
            <a:r>
              <a:t> Why agentic AI changes the threat model</a:t>
            </a:r>
          </a:p>
          <a:p>
            <a:r>
              <a:t> Excessive agency and tool abuse</a:t>
            </a:r>
          </a:p>
          <a:p>
            <a:r>
              <a:t> API chaining and autonomous loops</a:t>
            </a:r>
          </a:p>
          <a:p>
            <a:r>
              <a:t> Permission escalation</a:t>
            </a:r>
          </a:p>
          <a:p>
            <a:r>
              <a:t> Memory poisoning</a:t>
            </a:r>
          </a:p>
          <a:p>
            <a:r>
              <a:t> Indirect tool execution</a:t>
            </a:r>
          </a:p>
          <a:p>
            <a:r>
              <a:t> Agent impersonation</a:t>
            </a:r>
          </a:p>
          <a:p>
            <a:r>
              <a:t> Credential leakage</a:t>
            </a:r>
          </a:p>
          <a:p>
            <a:r>
              <a:t> Multi-agent attacks</a:t>
            </a:r>
          </a:p>
          <a:p>
            <a:r>
              <a:t> Defensive controls: least privilege, approval gates, sandboxing, and more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62025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/>
          <a:lstStyle/>
          <a:p>
            <a:pPr algn="ctr"/>
            <a:r>
              <a:rPr i="1" sz="1800">
                <a:solidFill>
                  <a:srgbClr val="333333"/>
                </a:solidFill>
              </a:rPr>
              <a:t>This is the section managers usually care about most — the risk becomes operational and business-impacting.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Agentic AI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agent</a:t>
            </a:r>
            <a:r>
              <a:t> is an LLM given access to tools and the ability to take action in the world.</a:t>
            </a:r>
          </a:p>
          <a:p/>
          <a:p/>
          <a:p/>
          <a:p/>
          <a:p>
            <a:r>
              <a:t> The model decides which tools to call, in what order, with what arguments.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4991100" cy="292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4425696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/>
          <a:lstStyle/>
          <a:p>
            <a:pPr algn="ctr"/>
            <a:r>
              <a:rPr i="1" sz="1800">
                <a:solidFill>
                  <a:srgbClr val="333333"/>
                </a:solidFill>
              </a:rPr>
              <a:t>A prompt injection in an agentic system can cause real-world effects: sent emails, deleted files, exfiltrated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 Expand the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WAF can see the initial HTTP request. It cannot see what the agent does next.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 + real-world actions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Blast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 / financial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Multi-turn, autonomous loop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Files, APIs, DBs, shell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Trust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User-facing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systems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— chains of calls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kanhaiya-sharma-284427440-130625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64608"/>
            <a:ext cx="7507224" cy="42228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Agentic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agents follow a</a:t>
            </a:r>
            <a:r>
              <a:rPr b="1"/>
              <a:t> plan → act → observe → repeat</a:t>
            </a:r>
            <a:r>
              <a:t> loop (ReAct pattern):</a:t>
            </a:r>
          </a:p>
          <a:p/>
          <a:p/>
          <a:p/>
          <a:p>
            <a:r>
              <a:t> Security implication:</a:t>
            </a:r>
            <a:r>
              <a:rPr b="1"/>
              <a:t> one injected instruction can drive many tool calls</a:t>
            </a:r>
            <a:r>
              <a:t> before a human sees any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2898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Excessive 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An agent is given more permissions, more tools, or more autonomy than it needs to complete its task.</a:t>
            </a:r>
          </a:p>
          <a:p>
            <a:r>
              <a:t> Root causes:</a:t>
            </a:r>
          </a:p>
          <a:p>
            <a:r>
              <a:t> Developers grant broad tool access for convenience</a:t>
            </a:r>
          </a:p>
          <a:p>
            <a:r>
              <a:t> "Just in case" tool sets wired at startup</a:t>
            </a:r>
          </a:p>
          <a:p>
            <a:r>
              <a:t> No scoping of tool parameters (e.g., read-any-file vs read-this-file)</a:t>
            </a:r>
          </a:p>
          <a:p>
            <a:r>
              <a:t> Example: A customer support agent granted access to:</a:t>
            </a:r>
          </a:p>
          <a:p>
            <a:r>
              <a:t> Full CRM read/write</a:t>
            </a:r>
          </a:p>
          <a:p>
            <a:r>
              <a:t> Internal ticketing system</a:t>
            </a:r>
          </a:p>
          <a:p>
            <a:r>
              <a:t> Email send API</a:t>
            </a:r>
          </a:p>
          <a:p>
            <a:r>
              <a:t> Knowledge base admin</a:t>
            </a:r>
            <a:r>
              <a:t> Only "read customer record" and "create ticket" were needed.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nntarazevich-5697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620256"/>
            <a:ext cx="7507224" cy="5004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attacker manipulates an agent into calling a legitimate tool in an illegitimate way.</a:t>
            </a:r>
          </a:p>
          <a:p>
            <a:r>
              <a:t> The tool itself is not vulnerable — the</a:t>
            </a:r>
            <a:r>
              <a:rPr b="1"/>
              <a:t> invocation</a:t>
            </a:r>
            <a:r>
              <a:t> is.</a:t>
            </a:r>
          </a:p>
          <a:p/>
          <a:p/>
          <a:p>
            <a:r>
              <a:t> What the agent does:</a:t>
            </a:r>
          </a:p>
          <a:p>
            <a:r>
              <a:t> Reads the document (legitimate)</a:t>
            </a:r>
          </a:p>
          <a:p>
            <a:r>
              <a:t> Calls</a:t>
            </a:r>
            <a:r>
              <a:rPr>
                <a:latin typeface="Courier New"/>
              </a:rPr>
              <a:t> send_email</a:t>
            </a:r>
            <a:r>
              <a:t> with exfiltrated data (abuse)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4361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442569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/>
          <a:lstStyle/>
          <a:p>
            <a:pPr algn="ctr"/>
            <a:r>
              <a:rPr i="1" sz="1800">
                <a:solidFill>
                  <a:srgbClr val="333333"/>
                </a:solidFill>
              </a:rPr>
              <a:t>Tool abuse is prompt injection weaponized with real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compose multiple API calls to accomplish a goal. Attackers exploit this by crafting inputs that cause the agent to chain calls across trust boundaries.</a:t>
            </a:r>
          </a:p>
          <a:p>
            <a:r>
              <a:rPr b="1"/>
              <a:t> Benign chain:</a:t>
            </a:r>
          </a:p>
          <a:p/>
          <a:p>
            <a:r>
              <a:rPr b="1"/>
              <a:t> Attacker-induced chain:</a:t>
            </a:r>
          </a:p>
          <a:p/>
          <a:p>
            <a:r>
              <a:t> Each individual API call may look normal in isolation. The sequence is the attack.</a:t>
            </a:r>
          </a:p>
          <a:p>
            <a:r>
              <a:rPr b="1"/>
              <a:t> WAF implication:</a:t>
            </a:r>
            <a:r>
              <a:t> Rate limiting individual endpoints misses chained abuse. Look at sequences, not just individual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115697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94361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Loops and Runaway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can enter infinite or excessively long loops when:</a:t>
            </a:r>
          </a:p>
          <a:p>
            <a:r>
              <a:t> Goals are ambiguous</a:t>
            </a:r>
          </a:p>
          <a:p>
            <a:r>
              <a:t> Tool output triggers re-planning</a:t>
            </a:r>
          </a:p>
          <a:p>
            <a:r>
              <a:t> Injected instructions redirect the goal</a:t>
            </a:r>
          </a:p>
          <a:p>
            <a:r>
              <a:t> Attack scenario:</a:t>
            </a:r>
          </a:p>
          <a:p/>
          <a:p/>
          <a:p>
            <a:r>
              <a:t> Operational impacts:</a:t>
            </a:r>
          </a:p>
          <a:p>
            <a:r>
              <a:t> Token cost explosion (denial-of-wallet)</a:t>
            </a:r>
          </a:p>
          <a:p>
            <a:r>
              <a:t> API rate limit exhaustion</a:t>
            </a:r>
          </a:p>
          <a:p>
            <a:r>
              <a:t> Backend service load from repeated calls</a:t>
            </a:r>
          </a:p>
          <a:p>
            <a:r>
              <a:t> Log flooding — obscures real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91313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agent starts with limited permissions and acquires broader ones through tool calls or model reasoning.</a:t>
            </a:r>
          </a:p>
          <a:p>
            <a:r>
              <a:rPr b="1"/>
              <a:t> Horizontal escalation:</a:t>
            </a:r>
            <a:r>
              <a:t> Agent accesses resources belonging to other users.</a:t>
            </a:r>
          </a:p>
          <a:p>
            <a:r>
              <a:rPr b="1"/>
              <a:t> Vertical escalation:</a:t>
            </a:r>
            <a:r>
              <a:t> Agent gains admin-level capabilities.</a:t>
            </a:r>
          </a:p>
          <a:p>
            <a:r>
              <a:t> Example escalation chain:</a:t>
            </a:r>
          </a:p>
          <a:p>
            <a:r>
              <a:t> The LLM did not "hack" anything — it followed instructions through poorly guarded APIs.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9436100" cy="1587500"/>
          </a:xfrm>
          <a:prstGeom prst="rect">
            <a:avLst/>
          </a:prstGeom>
        </p:spPr>
      </p:pic>
      <p:pic>
        <p:nvPicPr>
          <p:cNvPr id="6" name="Picture 5" descr="pexels-aaron-j-hill-3434251-88621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425696"/>
            <a:ext cx="7507224" cy="112593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that maintain memory across sessions (vector stores, conversation history, shared state) can be poisoned.</a:t>
            </a:r>
          </a:p>
          <a:p>
            <a:r>
              <a:rPr b="1"/>
              <a:t> How it works:</a:t>
            </a:r>
          </a:p>
          <a:p/>
          <a:p/>
          <a:p/>
          <a:p/>
          <a:p>
            <a:r>
              <a:t> The poisoned memory persists across users and sessions if memory is not properly scoped.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92837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Attack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Detection:</a:t>
            </a:r>
            <a:r>
              <a:t> Monitor what gets written to memory. Treat memory writes as privileged operations.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Direct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Attacker poisons their own session memory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Shared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Poisoned entry in a global knowledge store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RAG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Malicious content indexed into vector DB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output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returns poisoned JSON that lands in memory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Cross-user bleed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Memory not namespaced per user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jamaal-hutchinson-675024091-18657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Tool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most dangerous class of agentic attack: the malicious instruction comes from</a:t>
            </a:r>
            <a:r>
              <a:rPr b="1"/>
              <a:t> content the agent retrieves</a:t>
            </a:r>
            <a:r>
              <a:t> , not from the user.</a:t>
            </a:r>
          </a:p>
          <a:p/>
          <a:p/>
          <a:p/>
          <a:p/>
          <a:p/>
          <a:p>
            <a:r>
              <a:t> The user is innocent. The WAF saw a normal authenticated request. The attack happened inside the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6614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Tool Execution — Attack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Any content the agent reads is a potential injection vector:</a:t>
            </a:r>
          </a:p>
          <a:p>
            <a:r>
              <a:t> Web pages fetched during research</a:t>
            </a:r>
          </a:p>
          <a:p>
            <a:r>
              <a:t> Email bodies processed by an email agent</a:t>
            </a:r>
          </a:p>
          <a:p>
            <a:r>
              <a:t> PDF documents summarized by a document agent</a:t>
            </a:r>
          </a:p>
          <a:p>
            <a:r>
              <a:t> Database records returned by SQL tool</a:t>
            </a:r>
          </a:p>
          <a:p>
            <a:r>
              <a:t> API responses from third-party services</a:t>
            </a:r>
          </a:p>
          <a:p>
            <a:r>
              <a:t> Code comments in files read by a coding agent</a:t>
            </a:r>
          </a:p>
          <a:p>
            <a:r>
              <a:t> Calendar event descriptions</a:t>
            </a:r>
          </a:p>
          <a:p>
            <a:r>
              <a:t> Slack/Teams messages</a:t>
            </a:r>
            <a:r>
              <a:rPr b="1"/>
              <a:t> Principle:</a:t>
            </a:r>
            <a:r>
              <a:t> Treat all retrieved content as untrusted input, regardless of its source.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zsuzsa-zsuzsa-127738300-305095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109241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Impersonation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multi-agent systems, agents communicate with each other. An attacker can impersonate a trusted agent.</a:t>
            </a:r>
          </a:p>
          <a:p>
            <a:r>
              <a:rPr b="1"/>
              <a:t> Scenario:</a:t>
            </a:r>
          </a:p>
          <a:p/>
          <a:p/>
          <a:p/>
          <a:p>
            <a:r>
              <a:t> Problems this exploits:</a:t>
            </a:r>
          </a:p>
          <a:p>
            <a:r>
              <a:t> No authentication between agent-to-agent calls</a:t>
            </a:r>
          </a:p>
          <a:p>
            <a:r>
              <a:t> Agents trust messages labeled as coming from "system" or "orchestrator"</a:t>
            </a:r>
          </a:p>
          <a:p>
            <a:r>
              <a:t> LLMs do not verify cryptographic identity — they reason about text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893300" cy="1854200"/>
          </a:xfrm>
          <a:prstGeom prst="rect">
            <a:avLst/>
          </a:prstGeom>
        </p:spPr>
      </p:pic>
      <p:pic>
        <p:nvPicPr>
          <p:cNvPr id="6" name="Picture 5" descr="pexels-alevdogan-105301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181344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often need credentials to call external APIs. These credentials can leak:</a:t>
            </a:r>
          </a:p>
          <a:p>
            <a:r>
              <a:rPr b="1"/>
              <a:t> Via prompt:</a:t>
            </a:r>
            <a:r>
              <a:t> Credentials embedded in system prompt → extracted by injection attack</a:t>
            </a:r>
          </a:p>
          <a:p/>
          <a:p>
            <a:r>
              <a:rPr b="1"/>
              <a:t> Via tool output:</a:t>
            </a:r>
            <a:r>
              <a:t> API key returned in error message, logged, included in context</a:t>
            </a:r>
          </a:p>
          <a:p>
            <a:r>
              <a:rPr b="1"/>
              <a:t> Via memory:</a:t>
            </a:r>
            <a:r>
              <a:t> Credential stored in agent memory, later retrieved in another session</a:t>
            </a:r>
          </a:p>
          <a:p>
            <a:r>
              <a:rPr b="1"/>
              <a:t> Via exfiltration:</a:t>
            </a:r>
            <a:r>
              <a:t> Injected instruction causes agent to send credentials to attacker endpoint</a:t>
            </a:r>
            <a:r>
              <a:rPr b="1"/>
              <a:t> Via log exposure:</a:t>
            </a:r>
            <a:r>
              <a:t> Agent debug logs include full context windows with embedded secrets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8204200" cy="787400"/>
          </a:xfrm>
          <a:prstGeom prst="rect">
            <a:avLst/>
          </a:prstGeom>
        </p:spPr>
      </p:pic>
      <p:pic>
        <p:nvPicPr>
          <p:cNvPr id="6" name="Picture 5" descr="pexels-alex-dos-santos-305643819-29725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181344"/>
            <a:ext cx="7507224" cy="112620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 Leakage — Risk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rPr b="1"/>
              <a:t> Rule:</a:t>
            </a:r>
            <a:r>
              <a:t> Credentials must never appear in the LLM context window. Use scoped, short-lived tokens injected at the tool layer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Credential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Leakage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Common Source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 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Financial (token charges)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System prompt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DB connection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config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OAuth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 takeover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auth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Internal service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Lateral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Environment var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Signing 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Config file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AI systems chain multiple specialized agents. This creates new attack surfaces.</a:t>
            </a:r>
          </a:p>
          <a:p/>
          <a:p/>
          <a:p/>
          <a:p>
            <a:r>
              <a:t> Attack vectors unique to multi-agent systems:</a:t>
            </a:r>
          </a:p>
          <a:p>
            <a:r>
              <a:t> Poison the researcher's output to redirect the executor</a:t>
            </a:r>
          </a:p>
          <a:p>
            <a:r>
              <a:t> Compromise one agent to pivot to others</a:t>
            </a:r>
          </a:p>
          <a:p>
            <a:r>
              <a:t> Exploit differences in trust levels across agents</a:t>
            </a:r>
          </a:p>
          <a:p>
            <a:r>
              <a:t> Overwhelm one agent to degrade the whole pipeline</a:t>
            </a:r>
          </a:p>
          <a:p>
            <a:r>
              <a:t> Forge inter-agent messages (see agent impersonation)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5885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Trust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in a pipeline often grant each other elevated trust.</a:t>
            </a:r>
          </a:p>
          <a:p>
            <a:r>
              <a:rPr b="1"/>
              <a:t> The problem:</a:t>
            </a:r>
          </a:p>
          <a:p>
            <a:r>
              <a:t> Orchestrator says "Worker, run this code"</a:t>
            </a:r>
          </a:p>
          <a:p>
            <a:r>
              <a:t> Worker obeys because it trusts the orchestrator</a:t>
            </a:r>
          </a:p>
          <a:p>
            <a:r>
              <a:t> But the orchestrator's instruction came from injected content</a:t>
            </a:r>
          </a:p>
          <a:p>
            <a:r>
              <a:t> The worker has no way to verify the chain of custody</a:t>
            </a:r>
          </a:p>
          <a:p>
            <a:r>
              <a:rPr b="1"/>
              <a:t> Result:</a:t>
            </a:r>
            <a:r>
              <a:t> An attacker injecting into a low-privilege agent can cause a high-privilege agent to act.</a:t>
            </a:r>
            <a:r>
              <a:t> This is privilege escalation through the trust chain, not through a software vulnerability.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tara-winstead-83787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Framework: The ALPA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Four layers of agentic defense:</a:t>
            </a:r>
          </a:p>
          <a:p/>
          <a:p/>
          <a:p>
            <a:r>
              <a:t> Apply at every agent, every tool call, every inter-agent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198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Least Privilege for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Give agents only the tools and permissions needed for the specific task.</a:t>
            </a:r>
          </a:p>
          <a:p>
            <a:r>
              <a:rPr b="1"/>
              <a:t> Bad:</a:t>
            </a:r>
          </a:p>
          <a:p/>
          <a:p/>
          <a:p>
            <a:r>
              <a:rPr b="1"/>
              <a:t> Good:</a:t>
            </a:r>
          </a:p>
          <a:p/>
          <a:p/>
          <a:p>
            <a:r>
              <a:t> Scoping tool parameters is as important as limiting the tool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68199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98933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Approval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 high-impact actions, require human approval before execution.</a:t>
            </a:r>
          </a:p>
          <a:p>
            <a:r>
              <a:t> Approval gates should be mandatory for: delete, send, publish, transfer, modify-config.</a:t>
            </a:r>
          </a:p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131300" cy="3721100"/>
          </a:xfrm>
          <a:prstGeom prst="rect">
            <a:avLst/>
          </a:prstGeom>
        </p:spPr>
      </p:pic>
      <p:pic>
        <p:nvPicPr>
          <p:cNvPr id="6" name="Picture 5" descr="pexels-rinoadamo-349318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425696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Runtime Policy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policy engine intercepts every tool call and evaluates it against defined rules before execution.</a:t>
            </a:r>
          </a:p>
          <a:p>
            <a:r>
              <a:t> Example rules:</a:t>
            </a:r>
          </a:p>
          <a:p/>
          <a:p/>
          <a:p/>
          <a:p/>
          <a:p/>
          <a:p/>
          <a:p>
            <a:r>
              <a:t> Policy engines enforce intent — even when the LLM's reasoning is manipulated.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156970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Sandboxing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Run agent tool execution in isolated environments to limit blast radius.</a:t>
            </a:r>
          </a:p>
          <a:p/>
          <a:p/>
          <a:p/>
          <a:p/>
          <a:p/>
          <a:p/>
          <a:p/>
          <a:p>
            <a:r>
              <a:rPr b="1"/>
              <a:t> Principle:</a:t>
            </a:r>
            <a:r>
              <a:t> The sandbox should fail closed. If the tool call is ambiguous, deny it.</a:t>
            </a:r>
          </a:p>
          <a:p>
            <a:r>
              <a:t> Even a fully compromised agent should not be able to reach the public internet or modify production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Sandbox Mechanism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Code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Container, gVisor, WASM sandbox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File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Read-only mounts, path allowlists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Egress firewall, DNS allowlist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Read-only replica, row-level security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seccomp, AppArmor profiles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Scoped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Never give agents long-lived, broad credentials.</a:t>
            </a:r>
          </a:p>
          <a:p>
            <a:r>
              <a:rPr b="1"/>
              <a:t> Pattern: Just-in-time scoped tokens</a:t>
            </a:r>
          </a:p>
          <a:p/>
          <a:p/>
          <a:p/>
          <a:p>
            <a:r>
              <a:t> Implementation options:</a:t>
            </a:r>
          </a:p>
          <a:p>
            <a:r>
              <a:t> AWS STS AssumeRole with condition keys</a:t>
            </a:r>
          </a:p>
          <a:p>
            <a:r>
              <a:t> OAuth 2.0 token exchange (RFC 8693)</a:t>
            </a:r>
          </a:p>
          <a:p>
            <a:r>
              <a:t> SPIFFE/SPIRE workload identity</a:t>
            </a:r>
          </a:p>
          <a:p>
            <a:r>
              <a:t> HashiCorp Vault dynamic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5090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Tool Whitelisting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Only allow agents to call explicitly approved tools. Deny everything else by default.</a:t>
            </a:r>
          </a:p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252200" cy="4787900"/>
          </a:xfrm>
          <a:prstGeom prst="rect">
            <a:avLst/>
          </a:prstGeom>
        </p:spPr>
      </p:pic>
      <p:pic>
        <p:nvPicPr>
          <p:cNvPr id="6" name="Picture 5" descr="pexels-nadine-ginzel-80607840-201213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425696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Human-in-the-Loop (HITL)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HITL is not just an approval gate — it is a continuous oversight posture.</a:t>
            </a:r>
          </a:p>
          <a:p/>
          <a:p/>
          <a:p/>
          <a:p/>
          <a:p/>
          <a:p/>
          <a:p>
            <a:r>
              <a:t> Best practice: Start at Full HITL, relax controls gradually as the agent proves reliable.</a:t>
            </a:r>
          </a:p>
          <a:p>
            <a:r>
              <a:rPr b="1"/>
              <a:t> Never remove HITL entirely for actions that are irreversible.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HITL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 to Use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Full HITL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approves every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High-risk, regulated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reviews at key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 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alerted only on anomalies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Routine tasks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Audit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reviews logs post-hoc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Low-risk, high-volume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Agentic Attacks: What to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Logs for agentic systems must capture the reasoning chain, not just the HTTP request.</a:t>
            </a:r>
          </a:p>
          <a:p>
            <a:r>
              <a:t> Log every tool call with:</a:t>
            </a:r>
          </a:p>
          <a:p/>
          <a:p/>
          <a:p/>
          <a:p/>
          <a:p>
            <a:r>
              <a:t> Log</a:t>
            </a:r>
            <a:r>
              <a:rPr b="1"/>
              <a:t> denied</a:t>
            </a:r>
            <a:r>
              <a:t> actions. They are often more informative than allowed 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7409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Signals in Agentic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Possible Meaning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Unusual tool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Chained attack or injection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called with unexpected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Parameter manipulation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Loop exceeds N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Runaway agent or DoW attack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New destination in http_post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Exfiltration attempt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Memory write with embedded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Persistent injection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Agent-to-agent call with forged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Impersonation attempt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Credential pattern in tool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Leakage attempt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 token count, low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padding / prompt stuffing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divineleaders-70079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303520"/>
            <a:ext cx="7507224" cy="50043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WAF Controls for Agentic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WAF rules help at the perimeter. Agentic-specific controls:</a:t>
            </a:r>
          </a:p>
          <a:p>
            <a:r>
              <a:rPr b="1"/>
              <a:t> Inbound (user → agent):</a:t>
            </a:r>
          </a:p>
          <a:p>
            <a:r>
              <a:t> Detect prompt injection patterns in request body</a:t>
            </a:r>
          </a:p>
          <a:p>
            <a:r>
              <a:t> Rate limit per-session, not just per-IP</a:t>
            </a:r>
          </a:p>
          <a:p>
            <a:r>
              <a:t> Block known injection payloads (ignore/disregard/jailbreak patterns)</a:t>
            </a:r>
          </a:p>
          <a:p>
            <a:r>
              <a:rPr b="1"/>
              <a:t> Outbound (agent → APIs):</a:t>
            </a:r>
          </a:p>
          <a:p>
            <a:r>
              <a:t> Allowlist egress endpoints</a:t>
            </a:r>
          </a:p>
          <a:p>
            <a:r>
              <a:t> Block credential-shaped strings in POST bodies</a:t>
            </a:r>
          </a:p>
          <a:p>
            <a:r>
              <a:t> Rate limit inter-service agent calls</a:t>
            </a:r>
          </a:p>
          <a:p>
            <a:r>
              <a:t> Alert on unusual destination domains</a:t>
            </a:r>
          </a:p>
          <a:p>
            <a:r>
              <a:rPr b="1"/>
              <a:t> Agent-to-agent:</a:t>
            </a:r>
          </a:p>
          <a:p>
            <a:r>
              <a:t> Require mutual TLS between agent services</a:t>
            </a:r>
          </a:p>
          <a:p>
            <a:r>
              <a:t> Validate agent identity via signed tokens (not self-asserted role names)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Slack Agent Exfiltration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Scenario:</a:t>
            </a:r>
            <a:r>
              <a:t> An enterprise uses an AI agent that reads Slack messages and summarizes them.</a:t>
            </a:r>
          </a:p>
          <a:p>
            <a:r>
              <a:rPr b="1"/>
              <a:t> Attack:</a:t>
            </a:r>
          </a:p>
          <a:p>
            <a:r>
              <a:t> Attacker sends Slack DM to a monitored channel:</a:t>
            </a:r>
          </a:p>
          <a:p/>
          <a:p/>
          <a:p>
            <a:r>
              <a:t> Agent reads DM as part of normal summarization</a:t>
            </a:r>
          </a:p>
          <a:p>
            <a:r>
              <a:t> Agent follows injected instruction</a:t>
            </a:r>
          </a:p>
          <a:p>
            <a:r>
              <a:t> Executive messages exfiltrated silently</a:t>
            </a:r>
          </a:p>
          <a:p>
            <a:r>
              <a:rPr b="1"/>
              <a:t> Defenses that would have stopped it:</a:t>
            </a:r>
          </a:p>
          <a:p>
            <a:r>
              <a:t> Egress allowlist:</a:t>
            </a:r>
            <a:r>
              <a:rPr>
                <a:latin typeface="Courier New"/>
              </a:rPr>
              <a:t> collector.evil.com</a:t>
            </a:r>
            <a:r>
              <a:t> would be blocked</a:t>
            </a:r>
          </a:p>
          <a:p>
            <a:r>
              <a:t> Tool policy:</a:t>
            </a:r>
            <a:r>
              <a:rPr>
                <a:latin typeface="Courier New"/>
              </a:rPr>
              <a:t> http_post</a:t>
            </a:r>
            <a:r>
              <a:t> not in agent's allowed tools</a:t>
            </a:r>
          </a:p>
          <a:p>
            <a:r>
              <a:t> Content inspection: outbound body contains Slack message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8356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Loop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Scenario:</a:t>
            </a:r>
            <a:r>
              <a:t> An AI coding assistant is given a bug report to fix.</a:t>
            </a:r>
          </a:p>
          <a:p>
            <a:r>
              <a:rPr b="1"/>
              <a:t> Attack:</a:t>
            </a:r>
          </a:p>
          <a:p/>
          <a:p/>
          <a:p>
            <a:r>
              <a:rPr b="1"/>
              <a:t> What happens:</a:t>
            </a:r>
          </a:p>
          <a:p>
            <a:r>
              <a:t> Agent enters a long file-reading loop</a:t>
            </a:r>
          </a:p>
          <a:p>
            <a:r>
              <a:t> Each read spawns new reasoning steps</a:t>
            </a:r>
          </a:p>
          <a:p>
            <a:r>
              <a:t> Token cost: $0.002 → $47 in one session</a:t>
            </a:r>
          </a:p>
          <a:p>
            <a:r>
              <a:t> System directories partially exposed in context</a:t>
            </a:r>
          </a:p>
          <a:p>
            <a:r>
              <a:rPr b="1"/>
              <a:t> Defenses:</a:t>
            </a:r>
            <a:r>
              <a:t> Iteration limits, file path allowlists, anomaly alert on loop depth &gt; 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7409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Authority — Access Is Only the Starting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invoice-processing agent may reach the payment API and stay below a spending</a:t>
            </a:r>
            <a:r>
              <a:t> limit while still making an unauthorized subscription renewal.</a:t>
            </a:r>
          </a:p>
          <a:p>
            <a:r>
              <a:t> The initiating user establishes the task</a:t>
            </a:r>
          </a:p>
          <a:p>
            <a:r>
              <a:t> The runtime identifies the executing workload</a:t>
            </a:r>
          </a:p>
          <a:p>
            <a:r>
              <a:t> The task grant bounds resources, actions, destinations, and duration</a:t>
            </a:r>
          </a:p>
          <a:p>
            <a:r>
              <a:t> A new commitment needs a separate authorization decision</a:t>
            </a:r>
          </a:p>
          <a:p>
            <a:r>
              <a:t> A tool connection does not authorize every action it exposes.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Maximum Completed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Ask what can finish before another independent decision is required.</a:t>
            </a:r>
          </a:p>
          <a:p/>
          <a:p/>
          <a:p/>
          <a:p/>
          <a:p/>
          <a:p>
            <a:r>
              <a:t> A send approval does not undo sensitive data already read.</a:t>
            </a:r>
            <a:r>
              <a:t> Assess every outbound path, including shell and browser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Maximum Permitted Effect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Summarize a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 the scoped record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Draft a 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 a local draft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Send an approved 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Transmit to the approved recipient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— User, Runtime, Task, and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User or system: who initiated the work?</a:t>
            </a:r>
          </a:p>
          <a:p>
            <a:r>
              <a:t> Runtime: which workload is executing it?</a:t>
            </a:r>
          </a:p>
          <a:p>
            <a:r>
              <a:t> Task: which purpose and scope were authorized?</a:t>
            </a:r>
          </a:p>
          <a:p>
            <a:r>
              <a:t> Session: which short-lived access was issued?</a:t>
            </a:r>
          </a:p>
          <a:p>
            <a:r>
              <a:t> Software provenance: which tools and reviewed versions are running?</a:t>
            </a:r>
          </a:p>
          <a:p>
            <a:r>
              <a:t> Correlate these facets in audit records. An agent display name is insufficient.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Composition and Capability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Sensitive record access plus external send creates a disclosure path.</a:t>
            </a:r>
            <a:r>
              <a:t> A shell plus unrestricted egress can bypass a messaging-tool restriction.</a:t>
            </a:r>
          </a:p>
          <a:p>
            <a:r>
              <a:t> Inventory capabilities and accountable owners</a:t>
            </a:r>
          </a:p>
          <a:p>
            <a:r>
              <a:t> Review meaningful changes to actions, schemas, and destinations</a:t>
            </a:r>
          </a:p>
          <a:p>
            <a:r>
              <a:t> Test dangerous combinations, not just individual tools</a:t>
            </a:r>
          </a:p>
          <a:p>
            <a:r>
              <a:t> Keep new capability paths gated until reviewed</a:t>
            </a:r>
          </a:p>
          <a:p>
            <a:r>
              <a:t> Practice these boundaries in Lab 8's containment extension.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— Agent Security in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OpenAI, August 2026: task authority, independent boundaries, capability</a:t>
            </a:r>
            <a:r>
              <a:t> composition, and incident response.</a:t>
            </a:r>
          </a:p>
          <a:p>
            <a:r>
              <a:rPr>
                <a:hlinkClick r:id="rId2"/>
              </a:rPr>
              <a:t> Download the paper</a:t>
            </a:r>
          </a:p>
          <a:p>
            <a:r>
              <a:t> These are architectural recommendations. The classroom fixtures illustrate them;</a:t>
            </a:r>
            <a:r>
              <a:t> they do not certify a product or reproduce a production security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 takeaways:</a:t>
            </a:r>
          </a:p>
          <a:p>
            <a:r>
              <a:rPr b="1"/>
              <a:t> Agents act</a:t>
            </a:r>
            <a:r>
              <a:t> — a compromised agent causes real-world damage, not just bad output</a:t>
            </a:r>
          </a:p>
          <a:p>
            <a:r>
              <a:rPr b="1"/>
              <a:t> Indirect injection</a:t>
            </a:r>
            <a:r>
              <a:t> is the primary attack vector — content the agent reads is adversarial</a:t>
            </a:r>
          </a:p>
          <a:p>
            <a:r>
              <a:rPr b="1"/>
              <a:t> Least privilege</a:t>
            </a:r>
            <a:r>
              <a:t> must be applied to tools, parameters, and credentials — not just roles</a:t>
            </a:r>
          </a:p>
          <a:p>
            <a:r>
              <a:rPr b="1"/>
              <a:t> Approval gates</a:t>
            </a:r>
            <a:r>
              <a:t> are the safety net for high-impact irreversible actions</a:t>
            </a:r>
          </a:p>
          <a:p>
            <a:r>
              <a:rPr b="1"/>
              <a:t> Logging must capture the reasoning chain</a:t>
            </a:r>
            <a:r>
              <a:t> — HTTP logs alone are insufficient</a:t>
            </a:r>
          </a:p>
          <a:p>
            <a:r>
              <a:rPr b="1"/>
              <a:t> Multi-agent systems multiply trust confusion</a:t>
            </a:r>
            <a:r>
              <a:t> — authenticate agent-to-agent calls</a:t>
            </a:r>
          </a:p>
          <a:p>
            <a:r>
              <a:rPr b="1"/>
              <a:t> Memory is an attack surface</a:t>
            </a:r>
            <a:r>
              <a:t> — treat writes as privileged operations</a:t>
            </a:r>
          </a:p>
          <a:p>
            <a:r>
              <a:t> The WAF is the first line of defense. Agentic security requires defense in depth behind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— Module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API Security for AI</a:t>
            </a:r>
          </a:p>
          <a:p>
            <a:r>
              <a:t> API gateways as enforcement points for AI traffic</a:t>
            </a:r>
          </a:p>
          <a:p>
            <a:r>
              <a:t> GraphQL-specific AI risks</a:t>
            </a:r>
          </a:p>
          <a:p>
            <a:r>
              <a:t> MCP and AI plugin attack surface</a:t>
            </a:r>
          </a:p>
          <a:p>
            <a:r>
              <a:t> JWT protection for agent authentication</a:t>
            </a:r>
          </a:p>
          <a:p>
            <a:r>
              <a:t> Delegated authorization and OAuth flows</a:t>
            </a:r>
          </a:p>
          <a:p>
            <a:r>
              <a:t> Secret management for AI systems</a:t>
            </a:r>
          </a:p>
          <a:p>
            <a:r>
              <a:t> Signed prompts and request integrity</a:t>
            </a:r>
          </a:p>
          <a:p>
            <a:r>
              <a:t> OWASP API Security Top 10 applied to AI APIs</a:t>
            </a:r>
            <a:r>
              <a:t> The agent talks to APIs. Module 7 is about securing those APIs.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dmytkopl-349299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303520"/>
            <a:ext cx="7507224" cy="600514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5 Preview — Secure an Autonomous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Objective:</a:t>
            </a:r>
            <a:r>
              <a:t> Identify vulnerabilities in a running agent and apply defensive controls.</a:t>
            </a:r>
          </a:p>
          <a:p>
            <a:r>
              <a:rPr b="1"/>
              <a:t> Environment:</a:t>
            </a:r>
          </a:p>
          <a:p>
            <a:r>
              <a:t> A pre-built Python agent with access to: file read, web fetch, email send, and database query tools</a:t>
            </a:r>
          </a:p>
          <a:p>
            <a:r>
              <a:t> A simulated attacker sending prompt injection via the input channel</a:t>
            </a:r>
          </a:p>
          <a:p>
            <a:r>
              <a:rPr b="1"/>
              <a:t> Tasks:</a:t>
            </a:r>
          </a:p>
          <a:p>
            <a:r>
              <a:t> Trigger an indirect tool execution attack — observe what the agent does</a:t>
            </a:r>
          </a:p>
          <a:p>
            <a:r>
              <a:t> Apply a tool whitelist and re-run the attack — observe the result</a:t>
            </a:r>
          </a:p>
          <a:p>
            <a:r>
              <a:t> Add an approval gate for</a:t>
            </a:r>
            <a:r>
              <a:rPr>
                <a:latin typeface="Courier New"/>
              </a:rPr>
              <a:t> send_email</a:t>
            </a:r>
            <a:r>
              <a:t> — verify it blocks unauthorized sends</a:t>
            </a:r>
          </a:p>
          <a:p>
            <a:r>
              <a:t> Implement a runtime policy rule blocking egress to non-allowlisted domains</a:t>
            </a:r>
          </a:p>
          <a:p>
            <a:r>
              <a:t> Enable full tool-call logging and identify the attack in the logs</a:t>
            </a:r>
          </a:p>
          <a:p>
            <a:r>
              <a:t> (Bonus) Poison the agent's memory store and detect the poisoned entry</a:t>
            </a:r>
          </a:p>
          <a:p>
            <a:r>
              <a:rPr b="1"/>
              <a:t> Deliverable:</a:t>
            </a:r>
            <a:r>
              <a:t> A policy configuration file and a one-page incident report describing what happened and how each control helped.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