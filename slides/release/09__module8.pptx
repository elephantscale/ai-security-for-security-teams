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2017 Elephant Scale.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ADD5D-AF76-45EE-AA5F-6DAC73BF167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77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8 — Detection Engineering &amp; SOC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8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telemetry: what to collect and why</a:t>
            </a:r>
          </a:p>
          <a:p>
            <a:r>
              <a:t> Prompt logging architecture</a:t>
            </a:r>
          </a:p>
          <a:p>
            <a:r>
              <a:t> Token analytics and cost anomalies</a:t>
            </a:r>
          </a:p>
          <a:p>
            <a:r>
              <a:t> Anomaly detection for AI workloads</a:t>
            </a:r>
          </a:p>
          <a:p>
            <a:r>
              <a:t> Building semantic SIEM pipelines</a:t>
            </a:r>
          </a:p>
          <a:p>
            <a:r>
              <a:t> AI attack indicators of compromise (IoC)</a:t>
            </a:r>
          </a:p>
          <a:p>
            <a:r>
              <a:t> Threat hunting for LLM abuse</a:t>
            </a:r>
          </a:p>
          <a:p>
            <a:r>
              <a:t> AI runtime observability</a:t>
            </a:r>
          </a:p>
          <a:p>
            <a:r>
              <a:t> Detecting jailbreak campaigns</a:t>
            </a:r>
          </a:p>
          <a:p>
            <a:r>
              <a:t> Spotting automated agent abuse</a:t>
            </a:r>
          </a:p>
          <a:p>
            <a:r>
              <a:t> Identifying model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SOC Analysts Need AI-Specific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SOC tooling was built for structured events:</a:t>
            </a:r>
          </a:p>
          <a:p>
            <a:r>
              <a:t> Failed login attempts</a:t>
            </a:r>
          </a:p>
          <a:p>
            <a:r>
              <a:t> Port scans</a:t>
            </a:r>
          </a:p>
          <a:p>
            <a:r>
              <a:t> Known malware signatures</a:t>
            </a:r>
          </a:p>
          <a:p>
            <a:r>
              <a:t> AI workloads produce</a:t>
            </a:r>
            <a:r>
              <a:rPr b="1"/>
              <a:t> unstructured, high-volume, semantically complex</a:t>
            </a:r>
            <a:r>
              <a:t> telemetry.</a:t>
            </a:r>
          </a:p>
          <a:p>
            <a:r>
              <a:t> A prompt injection attempt looks like a normal HTTP POST — unless you know what to look for.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Telemetry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1" y="835550"/>
            <a:ext cx="9118329" cy="4775725"/>
          </a:xfrm>
          <a:prstGeom prst="rect">
            <a:avLst/>
          </a:prstGeom>
        </p:spPr>
      </p:pic>
      <p:pic>
        <p:nvPicPr>
          <p:cNvPr id="6" name="Picture 5" descr="pexels-jakubzerdzicki-16423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722" y="5686795"/>
            <a:ext cx="3565525" cy="2378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Telemetry to Collect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Raw prompt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Completion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filtering, DLP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Token count (in/out)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abuse, DoW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scraping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Classifier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Jailbreak, toxicity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calls made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Privilege escalation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Retrieved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User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Source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Campaign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Logging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Logging prompts requires balancing</a:t>
            </a:r>
            <a:r>
              <a:rPr b="1"/>
              <a:t> security visibility</a:t>
            </a:r>
            <a:r>
              <a:t> vs</a:t>
            </a:r>
            <a:r>
              <a:rPr b="1"/>
              <a:t> privacy</a:t>
            </a:r>
            <a:r>
              <a:t> 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064050"/>
            <a:ext cx="8309298" cy="3845466"/>
          </a:xfrm>
          <a:prstGeom prst="rect">
            <a:avLst/>
          </a:prstGeom>
        </p:spPr>
      </p:pic>
      <p:pic>
        <p:nvPicPr>
          <p:cNvPr id="6" name="Picture 5" descr="pexels-buse-d-458095896-172278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55" y="5967386"/>
            <a:ext cx="1456093" cy="2184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Log Schema (JSONL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" y="835550"/>
            <a:ext cx="9339365" cy="4037776"/>
          </a:xfrm>
          <a:prstGeom prst="rect">
            <a:avLst/>
          </a:prstGeom>
        </p:spPr>
      </p:pic>
      <p:pic>
        <p:nvPicPr>
          <p:cNvPr id="6" name="Picture 5" descr="pexels-peaky-313436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500" y="5755993"/>
            <a:ext cx="3613912" cy="2226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Token Analytics — The Numbers That Reveal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leave token fingerprints: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922212"/>
              </p:ext>
            </p:extLst>
          </p:nvPr>
        </p:nvGraphicFramePr>
        <p:xfrm>
          <a:off x="237744" y="1693672"/>
          <a:ext cx="8915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Unusually long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input_tokens &gt; 5×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flooding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Short prompts, huge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output_tokens &gt;&gt; input_tokens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Extraction attempts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Repeated identical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Hash collision rate spikes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Scraping / enumeration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Escalating token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 token totals grow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Denial-of-wallet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Many requests, max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RPM + max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Automated agent abuse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pexels-black-ice-551383-13145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952774"/>
            <a:ext cx="403860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Analytics — Baselining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Build per-user, per-application baselines: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Baselines must be</a:t>
            </a:r>
            <a:r>
              <a:rPr b="1" dirty="0"/>
              <a:t> per-context</a:t>
            </a:r>
            <a:r>
              <a:rPr dirty="0"/>
              <a:t> — a developer IDE plugin has a different profile than a customer-facing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4331"/>
            <a:ext cx="92456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Three complementary approaches for AI workloads:</a:t>
            </a:r>
          </a:p>
          <a:p>
            <a:r>
              <a:rPr b="1" dirty="0"/>
              <a:t> 1. Rule-based</a:t>
            </a:r>
            <a:r>
              <a:rPr dirty="0"/>
              <a:t> — fast, deterministic</a:t>
            </a:r>
          </a:p>
          <a:p>
            <a:endParaRPr lang="en-US" dirty="0"/>
          </a:p>
          <a:p>
            <a:endParaRPr dirty="0"/>
          </a:p>
          <a:p>
            <a:r>
              <a:rPr b="1" dirty="0"/>
              <a:t> 2. Statistical</a:t>
            </a:r>
            <a:r>
              <a:rPr dirty="0"/>
              <a:t> — detect deviations from baseline</a:t>
            </a:r>
          </a:p>
          <a:p>
            <a:endParaRPr lang="en-US" dirty="0"/>
          </a:p>
          <a:p>
            <a:endParaRPr dirty="0"/>
          </a:p>
          <a:p>
            <a:r>
              <a:rPr b="1" dirty="0"/>
              <a:t> 3. ML classifier</a:t>
            </a:r>
            <a:r>
              <a:rPr dirty="0"/>
              <a:t> — semantic understanding</a:t>
            </a:r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r>
              <a:rPr dirty="0"/>
              <a:t>All three layers should run in parallel. No single approach catches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1923372"/>
            <a:ext cx="81788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3336345"/>
            <a:ext cx="87884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87" y="4791791"/>
            <a:ext cx="84836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SIEM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SIEM: parse structured fields, match signatures.</a:t>
            </a:r>
          </a:p>
          <a:p>
            <a:r>
              <a:t> AI SIEM: run ML classifiers on unstructured text at ingestion time.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2128152"/>
            <a:ext cx="58928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AI Logs with Splunk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Splunk sourcetype for AI gateway logs: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Key Splunk searches: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147"/>
            <a:ext cx="9372600" cy="2374392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5794"/>
            <a:ext cx="8178800" cy="1320800"/>
          </a:xfrm>
          <a:prstGeom prst="rect">
            <a:avLst/>
          </a:prstGeom>
        </p:spPr>
      </p:pic>
      <p:pic>
        <p:nvPicPr>
          <p:cNvPr id="7" name="Picture 6" descr="pexels-themob000-2842858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526" y="5766971"/>
            <a:ext cx="4288599" cy="24123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AI Logs with Elasticsearch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Index template for AI telemetry: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Prompt text itself should be stored in a</a:t>
            </a:r>
            <a:r>
              <a:rPr b="1" dirty="0"/>
              <a:t> separate, access-controlled index</a:t>
            </a:r>
            <a:r>
              <a:rPr dirty="0"/>
              <a:t> due to sensitivity.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481931"/>
            <a:ext cx="80264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Attack Indicators of Compromise (IoC)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 Just as network attacks have signatures, AI attacks have behavioral IoCs.</a:t>
            </a:r>
          </a:p>
          <a:p>
            <a:r>
              <a:rPr b="1"/>
              <a:t> Prompt Injection IoCs:</a:t>
            </a:r>
          </a:p>
          <a:p>
            <a:r>
              <a:t> Presence of phrases: "ignore previous", "you are now", "system:", "DAN"</a:t>
            </a:r>
          </a:p>
          <a:p>
            <a:r>
              <a:t> Encoded text in prompts (base64, ROT13, hex)</a:t>
            </a:r>
          </a:p>
          <a:p>
            <a:r>
              <a:t> Sudden role-change instructions embedded mid-conversation</a:t>
            </a:r>
          </a:p>
          <a:p>
            <a:r>
              <a:rPr b="1"/>
              <a:t> Jailbreak IoCs:</a:t>
            </a:r>
          </a:p>
          <a:p>
            <a:r>
              <a:t> Rapid iteration on similar prompts (low edit distance between requests)</a:t>
            </a:r>
          </a:p>
          <a:p>
            <a:r>
              <a:t> Prompts with fictional framing ("in a story where...", "hypothetically...")</a:t>
            </a:r>
          </a:p>
          <a:p>
            <a:r>
              <a:t> Requests that escalate toward previously blocked content</a:t>
            </a:r>
          </a:p>
          <a:p>
            <a:r>
              <a:rPr b="1"/>
              <a:t> Model Scraping IoCs:</a:t>
            </a:r>
          </a:p>
          <a:p>
            <a:r>
              <a:t> High volume of unique prompts with systematic variation</a:t>
            </a:r>
          </a:p>
          <a:p>
            <a:r>
              <a:t> Requests probing edge cases (empty input, max-length input, special chars)</a:t>
            </a:r>
          </a:p>
          <a:p>
            <a:r>
              <a:t> No natural conversation flow — purely extraction-shaped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Attack Indicators — Quantified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8" y="1862931"/>
            <a:ext cx="9283482" cy="25327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Hunting for LLM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Threat hunting is</a:t>
            </a:r>
            <a:r>
              <a:rPr b="1"/>
              <a:t> proactive</a:t>
            </a:r>
            <a:r>
              <a:t> — looking for attacks that have not yet triggered alerts.</a:t>
            </a:r>
          </a:p>
          <a:p>
            <a:r>
              <a:t> AI-specific hunt hypotheses:</a:t>
            </a:r>
          </a:p>
          <a:p>
            <a:r>
              <a:t> "An attacker is iterating on jailbreaks across multiple sessions"</a:t>
            </a:r>
          </a:p>
          <a:p>
            <a:r>
              <a:t> "An automated bot is systematically extracting model knowledge"</a:t>
            </a:r>
          </a:p>
          <a:p>
            <a:r>
              <a:t> "A user account is being used by an agent to exfiltrate data via the LLM"</a:t>
            </a:r>
          </a:p>
          <a:p>
            <a:r>
              <a:t> "A poisoned document has been injected into our RAG vector store"</a:t>
            </a:r>
          </a:p>
          <a:p>
            <a:r>
              <a:t> Each hypothesis drives a structured hunt 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500" y="-3969"/>
            <a:ext cx="8667750" cy="835549"/>
          </a:xfrm>
        </p:spPr>
        <p:txBody>
          <a:bodyPr/>
          <a:lstStyle/>
          <a:p>
            <a:r>
              <a:t>Threat Hunt — Jailbreak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00" y="991006"/>
            <a:ext cx="8902700" cy="6828450"/>
          </a:xfrm>
        </p:spPr>
        <p:txBody>
          <a:bodyPr/>
          <a:lstStyle/>
          <a:p>
            <a:r>
              <a:rPr b="1" dirty="0"/>
              <a:t> Hypothesis:</a:t>
            </a:r>
            <a:r>
              <a:rPr dirty="0"/>
              <a:t> Attacker is iterating jailbreaks across multiple sessions.</a:t>
            </a:r>
          </a:p>
          <a:p>
            <a:r>
              <a:rPr dirty="0"/>
              <a:t> Look for: one user, many sessions, high classifier scores, distinct IPs (VPN rotation).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0738" y="806103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00" y="2688431"/>
            <a:ext cx="7721600" cy="2921000"/>
          </a:xfrm>
          <a:prstGeom prst="rect">
            <a:avLst/>
          </a:prstGeom>
        </p:spPr>
      </p:pic>
      <p:pic>
        <p:nvPicPr>
          <p:cNvPr id="6" name="Picture 5" descr="pexels-introspectivedsgn-95246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484" y="4649021"/>
            <a:ext cx="2409953" cy="36149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 — Automated Agent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Hypothesis:</a:t>
            </a:r>
            <a:r>
              <a:t> A bot is abusing the API at machine speed.</a:t>
            </a:r>
          </a:p>
          <a:p>
            <a:r>
              <a:t> Low unique_prompt ratio = repetitive machine-generated queries.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547078"/>
            <a:ext cx="7112000" cy="2387600"/>
          </a:xfrm>
          <a:prstGeom prst="rect">
            <a:avLst/>
          </a:prstGeom>
        </p:spPr>
      </p:pic>
      <p:pic>
        <p:nvPicPr>
          <p:cNvPr id="6" name="Picture 5" descr="pexels-ganajp-196328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5176260"/>
            <a:ext cx="3599528" cy="26471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 — Model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Hypothesis:</a:t>
            </a:r>
            <a:r>
              <a:t> An attacker is systematically probing model behavior to extract training knowledge.</a:t>
            </a:r>
          </a:p>
          <a:p>
            <a:r>
              <a:t> Indicators:</a:t>
            </a:r>
          </a:p>
          <a:p>
            <a:r>
              <a:t> Prompts that are slight variations of each other (enumeration pattern)</a:t>
            </a:r>
          </a:p>
          <a:p>
            <a:r>
              <a:t> Queries targeting factual recall rather than task completion</a:t>
            </a:r>
          </a:p>
          <a:p>
            <a:r>
              <a:t> High output-to-input token ratio (model generating long answers to short prompts)</a:t>
            </a:r>
          </a:p>
          <a:p>
            <a:r>
              <a:t> Probes at boundaries: empty prompts, single-character prompts, max-length prompts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5520531"/>
            <a:ext cx="9156700" cy="19741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Jailbreak Campaigns —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Scenario:</a:t>
            </a:r>
            <a:r>
              <a:rPr dirty="0"/>
              <a:t> A jailbreak campaign against a customer service bot.</a:t>
            </a:r>
          </a:p>
          <a:p>
            <a:r>
              <a:rPr b="1" dirty="0"/>
              <a:t> Timeline:</a:t>
            </a:r>
          </a:p>
          <a:p>
            <a:endParaRPr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What the SOC should catch at Day 2:</a:t>
            </a:r>
          </a:p>
          <a:p>
            <a:r>
              <a:rPr dirty="0"/>
              <a:t> Rising guardrail scores for semantically similar prompts</a:t>
            </a:r>
          </a:p>
          <a:p>
            <a:r>
              <a:rPr dirty="0"/>
              <a:t> Multiple source IPs accessing same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user_id</a:t>
            </a:r>
            <a:endParaRPr dirty="0">
              <a:latin typeface="Courier New"/>
            </a:endParaRPr>
          </a:p>
          <a:p>
            <a:r>
              <a:rPr dirty="0"/>
              <a:t> Edit distance clustering: prompts are variants of a template</a:t>
            </a:r>
          </a:p>
          <a:p>
            <a:r>
              <a:rPr b="1" dirty="0"/>
              <a:t> Response:</a:t>
            </a:r>
            <a:r>
              <a:rPr dirty="0"/>
              <a:t> Block the prompt template cluster, not just individual prompts.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2471407"/>
            <a:ext cx="9401175" cy="11695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Automated Agent Abuse —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automated agent abusing an AI API looks different from a human: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Use JA3/JA4 TLS fingerprinting at the WAF layer to distinguish browser from bot traffic even when user-agent is spoofed.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Inter-request 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5–60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length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(template-driven)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Session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Minutes–hours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call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User-agent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SDK / 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TLS fingerprint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Python/Node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Model Scraping — 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WAF-level heuristics for model scraping:</a:t>
            </a:r>
          </a:p>
          <a:p>
            <a:r>
              <a:rPr dirty="0"/>
              <a:t> Combine with token-level rate limiting at the AI gateway for complete coverage.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2587624"/>
            <a:ext cx="9423400" cy="3022600"/>
          </a:xfrm>
          <a:prstGeom prst="rect">
            <a:avLst/>
          </a:prstGeom>
        </p:spPr>
      </p:pic>
      <p:pic>
        <p:nvPicPr>
          <p:cNvPr id="6" name="Picture 5" descr="pexels-yaroslav-shuraev-48888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888" y="5609695"/>
            <a:ext cx="3683762" cy="24558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Runtime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Observability =</a:t>
            </a:r>
            <a:r>
              <a:rPr b="1"/>
              <a:t> metrics + logs + traces</a:t>
            </a:r>
            <a:r>
              <a:t> applied to AI workloads.</a:t>
            </a:r>
          </a:p>
          <a:p>
            <a:r>
              <a:rPr b="1"/>
              <a:t> Metrics to track:</a:t>
            </a:r>
          </a:p>
          <a:p>
            <a:r>
              <a:t> Requests per second (RPS) by model and endpoint</a:t>
            </a:r>
          </a:p>
          <a:p>
            <a:r>
              <a:t> Token throughput (tokens/sec in, tokens/sec out)</a:t>
            </a:r>
          </a:p>
          <a:p>
            <a:r>
              <a:t> Guardrail block rate (% of requests blocked/flagged)</a:t>
            </a:r>
          </a:p>
          <a:p>
            <a:r>
              <a:t> Average latency and p95/p99 percentiles</a:t>
            </a:r>
          </a:p>
          <a:p>
            <a:r>
              <a:t> Cost per user / per application</a:t>
            </a:r>
          </a:p>
          <a:p>
            <a:r>
              <a:rPr b="1"/>
              <a:t> Traces to capture:</a:t>
            </a:r>
          </a:p>
          <a:p>
            <a:r>
              <a:t> Full prompt → retrieval → completion pipeline</a:t>
            </a:r>
          </a:p>
          <a:p>
            <a:r>
              <a:t> Tool call chains with timing</a:t>
            </a:r>
          </a:p>
          <a:p>
            <a:r>
              <a:t> Agent reasoning steps (where available)</a:t>
            </a:r>
          </a:p>
          <a:p>
            <a:r>
              <a:rPr b="1"/>
              <a:t> Dashboards:</a:t>
            </a:r>
            <a:r>
              <a:t> One per layer — WAF, AI Gateway, LLM provider, agent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Stack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1077132"/>
            <a:ext cx="9093200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OpenTelemetry for AI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OpenTelemetry (OTel) is the standard for distributed tracing — it can be applied to AI pipelines.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" y="2316996"/>
            <a:ext cx="9344927" cy="36638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Alerting — Tuning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alert tuning challenges vs traditional security:</a:t>
            </a:r>
          </a:p>
          <a:p>
            <a:r>
              <a:t> Natural language is noisy — false positive rates are higher</a:t>
            </a:r>
          </a:p>
          <a:p>
            <a:r>
              <a:t> Thresholds must be</a:t>
            </a:r>
            <a:r>
              <a:rPr b="1"/>
              <a:t> per-application</a:t>
            </a:r>
            <a:r>
              <a:t> , not global</a:t>
            </a:r>
          </a:p>
          <a:p>
            <a:r>
              <a:t> New attack patterns emerge frequently (new jailbreak techniques)</a:t>
            </a:r>
          </a:p>
          <a:p>
            <a:r>
              <a:t> Recommended tiered alerting: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40016"/>
              </p:ext>
            </p:extLst>
          </p:nvPr>
        </p:nvGraphicFramePr>
        <p:xfrm>
          <a:off x="237744" y="3986783"/>
          <a:ext cx="8915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 score 0.5–0.7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Log, no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 score 0.7–0.85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 + soft block (CAPTCHA)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 score &gt; 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+ notify SOC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Campaign detected (10+ alerts same 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Block IP range + escalate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pexels-regan-dsouza-1315522347-339779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584" y="6580877"/>
            <a:ext cx="1141697" cy="17127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for AI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an AI-specific incident is confirmed: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3980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Security Information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Emerging standards and communities:</a:t>
            </a:r>
          </a:p>
          <a:p>
            <a:r>
              <a:rPr b="1"/>
              <a:t> MITRE ATLAS</a:t>
            </a:r>
            <a:r>
              <a:t> — AI threat knowledge base (analogous to ATT&amp;CK)</a:t>
            </a:r>
          </a:p>
          <a:p>
            <a:r>
              <a:rPr b="1"/>
              <a:t> OWASP GenAI</a:t>
            </a:r>
            <a:r>
              <a:t> — Top 10 and threat taxonomy</a:t>
            </a:r>
          </a:p>
          <a:p>
            <a:r>
              <a:rPr b="1"/>
              <a:t> AI-ISAC</a:t>
            </a:r>
            <a:r>
              <a:t> — Information sharing for AI security</a:t>
            </a:r>
          </a:p>
          <a:p>
            <a:r>
              <a:rPr b="1"/>
              <a:t> NIST AI RMF</a:t>
            </a:r>
            <a:r>
              <a:t> — Risk management framework</a:t>
            </a:r>
          </a:p>
          <a:p>
            <a:r>
              <a:t> Contribution to shared intel:</a:t>
            </a:r>
          </a:p>
          <a:p>
            <a:r>
              <a:t> Share prompt injection signatures (sanitized) with your threat intel feeds</a:t>
            </a:r>
          </a:p>
          <a:p>
            <a:r>
              <a:t> Tag AI-specific incidents in your SIEM with ATLAS technique IDs</a:t>
            </a:r>
          </a:p>
          <a:p>
            <a:r>
              <a:t> Example:</a:t>
            </a:r>
            <a:r>
              <a:rPr>
                <a:latin typeface="Courier New"/>
              </a:rPr>
              <a:t> AML.T0051</a:t>
            </a:r>
            <a:r>
              <a:t> (LLM prompt injection)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MITRE ATLAS — Key Techniques for SOC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Map your SIEM alerts to ATLAS IDs for consistent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ATLAS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Detection 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AML.T0051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Classifier scores, keyword IoCs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AML.T0054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Jailbreak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Iterative prompt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AML.T0048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Exfiltration via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DLP on completions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AML.T0043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Craft Adversarial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poisoning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AML.T0056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 of ML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rate / cost anomalies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AML.T0052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Backdoor ML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version integrity checks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 AI Threat Intelligence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Recommended structure for an internal AI threat intel feed: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Feed into guardrail classifiers and WAF rule updates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7731"/>
            <a:ext cx="9263529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 Dashboard — Key AI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Recommended panels for an AI Security SOC dashboard: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131"/>
            <a:ext cx="78740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— Closing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SOC automation for AI incidents should be built into your SOAR playbook: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SOAR tools: Splunk SOAR, Palo Alto XSOAR, Tines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131"/>
            <a:ext cx="9372821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8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telemetry spans HTTP, AI gateway, LLM provider, and agent layers — collect from all of them</a:t>
            </a:r>
          </a:p>
          <a:p>
            <a:r>
              <a:t> Prompt logs must balance security visibility with PII handling</a:t>
            </a:r>
          </a:p>
          <a:p>
            <a:r>
              <a:t> Token analytics reveal attacker behavior through cost and volume patterns</a:t>
            </a:r>
          </a:p>
          <a:p>
            <a:r>
              <a:t> Semantic SIEM pipelines require NLP classifiers at ingestion, not just field parsing</a:t>
            </a:r>
          </a:p>
          <a:p>
            <a:r>
              <a:t> AI IoCs are behavioral, not just signature-based</a:t>
            </a:r>
          </a:p>
          <a:p>
            <a:r>
              <a:t> Threat hunting for LLM abuse requires cluster analysis and session-level correlation</a:t>
            </a:r>
          </a:p>
          <a:p>
            <a:r>
              <a:t> MITRE ATLAS provides the industry framework for classifying and communicating AI threats</a:t>
            </a:r>
          </a:p>
          <a:p>
            <a:r>
              <a:t> Incident response for AI includes RAG vector store integrity and credential exposure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9 — Cloud WAFs and AI Security</a:t>
            </a:r>
          </a:p>
          <a:p>
            <a:r>
              <a:t> We move from detection principles to deployment:</a:t>
            </a:r>
          </a:p>
          <a:p>
            <a:r>
              <a:t> AWS WAF, Azure WAF, and Cloudflare AI Gateway configurations</a:t>
            </a:r>
          </a:p>
          <a:p>
            <a:r>
              <a:t> API gateway integration (Envoy, Kong, NGINX)</a:t>
            </a:r>
          </a:p>
          <a:p>
            <a:r>
              <a:t> Comparing proxy-based vs semantic filtering approaches</a:t>
            </a:r>
          </a:p>
          <a:p>
            <a:r>
              <a:t> Cloud-native AI security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Monitor AI abuse patterns in logs</a:t>
            </a:r>
          </a:p>
          <a:p>
            <a:r>
              <a:t> You will:</a:t>
            </a:r>
          </a:p>
          <a:p>
            <a:r>
              <a:t> Ingest a realistic AI gateway log stream into Elasticsearch</a:t>
            </a:r>
          </a:p>
          <a:p>
            <a:r>
              <a:t> Write detection queries to identify prompt injection attempts, token anomalies, and scraping patterns</a:t>
            </a:r>
          </a:p>
          <a:p>
            <a:r>
              <a:t> Build a Kibana dashboard showing real-time AI threat metrics</a:t>
            </a:r>
          </a:p>
          <a:p>
            <a:r>
              <a:t> Trigger a simulated jailbreak campaign and verify your detections fire</a:t>
            </a:r>
          </a:p>
          <a:p>
            <a:r>
              <a:t> Environment: Docker — Elasticsearch + Kibana + AI gateway log generator Time: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378361</TotalTime>
  <Words>2130</Words>
  <Application>Microsoft Macintosh PowerPoint</Application>
  <PresentationFormat>Custom</PresentationFormat>
  <Paragraphs>480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8 — Detection Engineering &amp; SOC Integration</vt:lpstr>
      <vt:lpstr>Module 8 Agenda</vt:lpstr>
      <vt:lpstr>Why SOC Analysts Need AI-Specific Skills</vt:lpstr>
      <vt:lpstr>The AI Telemetry Stack</vt:lpstr>
      <vt:lpstr>What AI Telemetry to Collect</vt:lpstr>
      <vt:lpstr>Prompt Logging Architecture</vt:lpstr>
      <vt:lpstr>Prompt Log Schema (JSONL Format)</vt:lpstr>
      <vt:lpstr>Token Analytics — The Numbers That Reveal Intent</vt:lpstr>
      <vt:lpstr>Token Analytics — Baselining</vt:lpstr>
      <vt:lpstr>Anomaly Detection Approaches</vt:lpstr>
      <vt:lpstr>Semantic SIEM Pipelines</vt:lpstr>
      <vt:lpstr>Integrating AI Logs with Splunk</vt:lpstr>
      <vt:lpstr>Integrating AI Logs with Elasticsearch</vt:lpstr>
      <vt:lpstr>AI Attack Indicators of Compromise (IoC)</vt:lpstr>
      <vt:lpstr>AI Attack Indicators — Quantified</vt:lpstr>
      <vt:lpstr>Threat Hunting for LLM Abuse</vt:lpstr>
      <vt:lpstr>Threat Hunt — Jailbreak Campaign</vt:lpstr>
      <vt:lpstr>Threat Hunt — Automated Agent Abuse</vt:lpstr>
      <vt:lpstr>Threat Hunt — Model Scraping</vt:lpstr>
      <vt:lpstr>Detecting Jailbreak Campaigns — Case Study</vt:lpstr>
      <vt:lpstr>Detecting Automated Agent Abuse — Signals</vt:lpstr>
      <vt:lpstr>Identifying Model Scraping — Detection Rules</vt:lpstr>
      <vt:lpstr>AI Runtime Observability</vt:lpstr>
      <vt:lpstr>Observability Stack for AI</vt:lpstr>
      <vt:lpstr>OpenTelemetry for AI Workloads</vt:lpstr>
      <vt:lpstr>Alerting — Tuning for AI</vt:lpstr>
      <vt:lpstr>Incident Response for AI Attacks</vt:lpstr>
      <vt:lpstr>AI Security Information Sharing</vt:lpstr>
      <vt:lpstr>MITRE ATLAS — Key Techniques for SOC</vt:lpstr>
      <vt:lpstr>Building an AI Threat Intelligence Feed</vt:lpstr>
      <vt:lpstr>SOC Dashboard — Key AI Metrics</vt:lpstr>
      <vt:lpstr>Automation — Closing the Loop</vt:lpstr>
      <vt:lpstr>Module 8 Summary</vt:lpstr>
      <vt:lpstr>What's Next</vt:lpstr>
      <vt:lpstr>Lab Preview — Lab 7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4144</cp:revision>
  <cp:lastPrinted>2010-01-03T02:41:41Z</cp:lastPrinted>
  <dcterms:created xsi:type="dcterms:W3CDTF">2010-07-13T15:22:01Z</dcterms:created>
  <dcterms:modified xsi:type="dcterms:W3CDTF">2026-05-27T21:15:10Z</dcterms:modified>
</cp:coreProperties>
</file>