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Module 8 — Detection Engineering &amp; SOC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8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telemetry: what to collect and why</a:t>
            </a:r>
          </a:p>
          <a:p>
            <a:r>
              <a:t> Prompt logging architecture</a:t>
            </a:r>
          </a:p>
          <a:p>
            <a:r>
              <a:t> Token analytics and cost anomalies</a:t>
            </a:r>
          </a:p>
          <a:p>
            <a:r>
              <a:t> Anomaly detection for AI workloads</a:t>
            </a:r>
          </a:p>
          <a:p>
            <a:r>
              <a:t> Building semantic SIEM pipelines</a:t>
            </a:r>
          </a:p>
          <a:p>
            <a:r>
              <a:t> AI attack indicators of compromise (IoC)</a:t>
            </a:r>
          </a:p>
          <a:p>
            <a:r>
              <a:t> Threat hunting for LLM abuse</a:t>
            </a:r>
          </a:p>
          <a:p>
            <a:r>
              <a:t> AI runtime observability</a:t>
            </a:r>
          </a:p>
          <a:p>
            <a:r>
              <a:t> Detecting jailbreak campaigns</a:t>
            </a:r>
          </a:p>
          <a:p>
            <a:r>
              <a:t> Spotting automated agent abuse</a:t>
            </a:r>
          </a:p>
          <a:p>
            <a:r>
              <a:t> Identifying model scraping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SOC Analysts Need AI-Specific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SOC tooling was built for structured events:</a:t>
            </a:r>
          </a:p>
          <a:p>
            <a:r>
              <a:t> Failed login attempts</a:t>
            </a:r>
          </a:p>
          <a:p>
            <a:r>
              <a:t> Port scans</a:t>
            </a:r>
          </a:p>
          <a:p>
            <a:r>
              <a:t> Known malware signatures</a:t>
            </a:r>
          </a:p>
          <a:p>
            <a:r>
              <a:t> AI workloads produce</a:t>
            </a:r>
            <a:r>
              <a:rPr b="1"/>
              <a:t> unstructured, high-volume, semantically complex</a:t>
            </a:r>
            <a:r>
              <a:t> telemetry.</a:t>
            </a:r>
          </a:p>
          <a:p>
            <a:r>
              <a:t> A prompt injection attempt looks like a normal HTTP POST — unless you know what to look for.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Telemetry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198100" cy="5321300"/>
          </a:xfrm>
          <a:prstGeom prst="rect">
            <a:avLst/>
          </a:prstGeom>
        </p:spPr>
      </p:pic>
      <p:pic>
        <p:nvPicPr>
          <p:cNvPr id="6" name="Picture 5" descr="pexels-jakubzerdzicki-164231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986783"/>
            <a:ext cx="7507224" cy="50073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Telemetry to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 It Matters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Raw prompt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Injection detection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Completion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Output filtering, DLP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Token count (in/out)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Cost abuse, DoW detection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Model scraping patterns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Classifier scores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Jailbreak, toxicity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calls made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Privilege escalation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Retrieved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RAG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Retrieval manipulation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User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Session correlation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Campaign correlation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Logging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Logging prompts requires balancing</a:t>
            </a:r>
            <a:r>
              <a:rPr b="1"/>
              <a:t> security visibility</a:t>
            </a:r>
            <a:r>
              <a:t> vs</a:t>
            </a:r>
            <a:r>
              <a:rPr b="1"/>
              <a:t> privacy</a:t>
            </a:r>
            <a:r>
              <a:t> .</a:t>
            </a:r>
          </a:p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960100" cy="5054600"/>
          </a:xfrm>
          <a:prstGeom prst="rect">
            <a:avLst/>
          </a:prstGeom>
        </p:spPr>
      </p:pic>
      <p:pic>
        <p:nvPicPr>
          <p:cNvPr id="6" name="Picture 5" descr="pexels-buse-d-458095896-172278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986783"/>
            <a:ext cx="7507224" cy="11260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Log Schema (JSONL Format)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112500" cy="4787900"/>
          </a:xfrm>
          <a:prstGeom prst="rect">
            <a:avLst/>
          </a:prstGeom>
        </p:spPr>
      </p:pic>
      <p:pic>
        <p:nvPicPr>
          <p:cNvPr id="6" name="Picture 5" descr="pexels-peaky-313436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547872"/>
            <a:ext cx="7507224" cy="4625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 Analytics — The Numbers That Reveal Intent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Attackers leave token fingerprints:</a:t>
            </a:r>
          </a:p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353312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Signature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Attack Type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Unusually long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input_tokens &gt; 5×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Context flooding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Short prompts, huge 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output_tokens &gt;&gt; input_tokens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Extraction attempts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Repeated identical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Hash collision rate spikes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Scraping / enumeration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Escalating token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Session token totals grow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Denial-of-wallet setup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Many requests, max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 RPM + max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Automated agent abuse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black-ice-551383-13145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425696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 Analytics — Baselining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Build per-user, per-application baselines:</a:t>
            </a:r>
          </a:p>
          <a:p/>
          <a:p/>
          <a:p/>
          <a:p>
            <a:r>
              <a:t> Baselines must be</a:t>
            </a:r>
            <a:r>
              <a:rPr b="1"/>
              <a:t> per-context</a:t>
            </a:r>
            <a:r>
              <a:t> — a developer IDE plugin has a different profile than a customer-facing chatbot.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2837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Detection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Three complementary approaches for AI workloads:</a:t>
            </a:r>
          </a:p>
          <a:p>
            <a:r>
              <a:rPr b="1"/>
              <a:t> 1. Rule-based</a:t>
            </a:r>
            <a:r>
              <a:t> — fast, deterministic</a:t>
            </a:r>
          </a:p>
          <a:p/>
          <a:p>
            <a:r>
              <a:rPr b="1"/>
              <a:t> 2. Statistical</a:t>
            </a:r>
            <a:r>
              <a:t> — detect deviations from baseline</a:t>
            </a:r>
          </a:p>
          <a:p/>
          <a:p>
            <a:r>
              <a:rPr b="1"/>
              <a:t> 3. ML classifier</a:t>
            </a:r>
            <a:r>
              <a:t> — semantic understanding</a:t>
            </a:r>
          </a:p>
          <a:p/>
          <a:p>
            <a:r>
              <a:t> All three layers should run in parallel. No single approach catches everything.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2042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0048"/>
            <a:ext cx="8813800" cy="52070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47872"/>
            <a:ext cx="8509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SIEM Pipelines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SIEM: parse structured fields, match signatures.</a:t>
            </a:r>
          </a:p>
          <a:p>
            <a:r>
              <a:t> AI SIEM: run ML classifiers on unstructured text at ingestion time.</a:t>
            </a:r>
          </a:p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5918200" cy="5854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Integrating AI Logs with Splunk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Splunk sourcetype for AI gateway logs:</a:t>
            </a:r>
          </a:p>
          <a:p/>
          <a:p/>
          <a:p/>
          <a:p/>
          <a:p>
            <a:r>
              <a:t> Key Splunk searches:</a:t>
            </a:r>
          </a:p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198100" cy="26543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8204200" cy="1320800"/>
          </a:xfrm>
          <a:prstGeom prst="rect">
            <a:avLst/>
          </a:prstGeom>
        </p:spPr>
      </p:pic>
      <p:pic>
        <p:nvPicPr>
          <p:cNvPr id="7" name="Picture 6" descr="pexels-themob000-284285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425696"/>
            <a:ext cx="7507224" cy="42228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Integrating AI Logs with Elasticsearch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Index template for AI telemetry:</a:t>
            </a:r>
          </a:p>
          <a:p/>
          <a:p/>
          <a:p/>
          <a:p/>
          <a:p/>
          <a:p>
            <a:r>
              <a:t> Prompt text itself should be stored in a</a:t>
            </a:r>
            <a:r>
              <a:rPr b="1"/>
              <a:t> separate, access-controlled index</a:t>
            </a:r>
            <a:r>
              <a:t> due to sensitivity.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039100" cy="398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Attack Indicators of Compromise (IoC)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Just as network attacks have signatures, AI attacks have behavioral IoCs.</a:t>
            </a:r>
          </a:p>
          <a:p>
            <a:r>
              <a:rPr b="1"/>
              <a:t> Prompt Injection IoCs:</a:t>
            </a:r>
          </a:p>
          <a:p>
            <a:r>
              <a:t> Presence of phrases: "ignore previous", "you are now", "system:", "DAN"</a:t>
            </a:r>
          </a:p>
          <a:p>
            <a:r>
              <a:t> Encoded text in prompts (base64, ROT13, hex)</a:t>
            </a:r>
          </a:p>
          <a:p>
            <a:r>
              <a:t> Sudden role-change instructions embedded mid-conversation</a:t>
            </a:r>
          </a:p>
          <a:p>
            <a:r>
              <a:rPr b="1"/>
              <a:t> Jailbreak IoCs:</a:t>
            </a:r>
          </a:p>
          <a:p>
            <a:r>
              <a:t> Rapid iteration on similar prompts (low edit distance between requests)</a:t>
            </a:r>
          </a:p>
          <a:p>
            <a:r>
              <a:t> Prompts with fictional framing ("in a story where...", "hypothetically...")</a:t>
            </a:r>
          </a:p>
          <a:p>
            <a:r>
              <a:t> Requests that escalate toward previously blocked content</a:t>
            </a:r>
          </a:p>
          <a:p>
            <a:r>
              <a:rPr b="1"/>
              <a:t> Model Scraping IoCs:</a:t>
            </a:r>
          </a:p>
          <a:p>
            <a:r>
              <a:t> High volume of unique prompts with systematic variation</a:t>
            </a:r>
          </a:p>
          <a:p>
            <a:r>
              <a:t> Requests probing edge cases (empty input, max-length input, special chars)</a:t>
            </a:r>
          </a:p>
          <a:p>
            <a:r>
              <a:t> No natural conversation flow — purely extraction-shaped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Attack Indicators — Quantified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7221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Threat Hunting for LLM Abuse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Threat hunting is</a:t>
            </a:r>
            <a:r>
              <a:rPr b="1"/>
              <a:t> proactive</a:t>
            </a:r>
            <a:r>
              <a:t> — looking for attacks that have not yet triggered alerts.</a:t>
            </a:r>
          </a:p>
          <a:p>
            <a:r>
              <a:t> AI-specific hunt hypotheses:</a:t>
            </a:r>
          </a:p>
          <a:p>
            <a:r>
              <a:t> "An attacker is iterating on jailbreaks across multiple sessions"</a:t>
            </a:r>
          </a:p>
          <a:p>
            <a:r>
              <a:t> "An automated bot is systematically extracting model knowledge"</a:t>
            </a:r>
          </a:p>
          <a:p>
            <a:r>
              <a:t> "A user account is being used by an agent to exfiltrate data via the LLM"</a:t>
            </a:r>
          </a:p>
          <a:p>
            <a:r>
              <a:t> "A poisoned document has been injected into our RAG vector store"</a:t>
            </a:r>
          </a:p>
          <a:p>
            <a:r>
              <a:t> Each hypothesis drives a structured hunt query.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Threat Hunt — Jailbreak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Hypothesis:</a:t>
            </a:r>
            <a:r>
              <a:t> Attacker is iterating jailbreaks across multiple sessions.</a:t>
            </a:r>
          </a:p>
          <a:p>
            <a:r>
              <a:t> Look for: one user, many sessions, high classifier scores, distinct IPs (VPN rotation).</a:t>
            </a:r>
          </a:p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7747000" cy="2921000"/>
          </a:xfrm>
          <a:prstGeom prst="rect">
            <a:avLst/>
          </a:prstGeom>
        </p:spPr>
      </p:pic>
      <p:pic>
        <p:nvPicPr>
          <p:cNvPr id="6" name="Picture 5" descr="pexels-introspectivedsgn-95246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986783"/>
            <a:ext cx="7507224" cy="112608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Threat Hunt — Automated Agent Abuse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Hypothesis:</a:t>
            </a:r>
            <a:r>
              <a:t> A bot is abusing the API at machine speed.</a:t>
            </a:r>
          </a:p>
          <a:p>
            <a:r>
              <a:t> Low unique_prompt ratio = repetitive machine-generated queries.</a:t>
            </a:r>
          </a:p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137400" cy="2387600"/>
          </a:xfrm>
          <a:prstGeom prst="rect">
            <a:avLst/>
          </a:prstGeom>
        </p:spPr>
      </p:pic>
      <p:pic>
        <p:nvPicPr>
          <p:cNvPr id="6" name="Picture 5" descr="pexels-ganajp-196328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108960"/>
            <a:ext cx="7507224" cy="55209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Threat Hunt — Model Scraping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Hypothesis:</a:t>
            </a:r>
            <a:r>
              <a:t> An attacker is systematically probing model behavior to extract training knowledge.</a:t>
            </a:r>
          </a:p>
          <a:p>
            <a:r>
              <a:t> Indicators:</a:t>
            </a:r>
          </a:p>
          <a:p>
            <a:r>
              <a:t> Prompts that are slight variations of each other (enumeration pattern)</a:t>
            </a:r>
          </a:p>
          <a:p>
            <a:r>
              <a:t> Queries targeting factual recall rather than task completion</a:t>
            </a:r>
          </a:p>
          <a:p>
            <a:r>
              <a:t> High output-to-input token ratio (model generating long answers to short prompts)</a:t>
            </a:r>
          </a:p>
          <a:p>
            <a:r>
              <a:t> Probes at boundaries: empty prompts, single-character prompts, max-length prompts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2431"/>
            <a:ext cx="111125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Detecting Jailbreak Campaigns —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  <a:r>
              <a:t> A jailbreak campaign against a customer service bot.</a:t>
            </a:r>
          </a:p>
          <a:p>
            <a:r>
              <a:rPr b="1"/>
              <a:t> Timeline:</a:t>
            </a:r>
          </a:p>
          <a:p/>
          <a:p/>
          <a:p>
            <a:r>
              <a:rPr b="1"/>
              <a:t> What the SOC should catch at Day 2:</a:t>
            </a:r>
          </a:p>
          <a:p>
            <a:r>
              <a:t> Rising guardrail scores for semantically similar prompts</a:t>
            </a:r>
          </a:p>
          <a:p>
            <a:r>
              <a:t> Multiple source IPs accessing same</a:t>
            </a:r>
            <a:r>
              <a:rPr>
                <a:latin typeface="Courier New"/>
              </a:rPr>
              <a:t> user_id</a:t>
            </a:r>
          </a:p>
          <a:p>
            <a:r>
              <a:t> Edit distance clustering: prompts are variants of a template</a:t>
            </a:r>
          </a:p>
          <a:p>
            <a:r>
              <a:rPr b="1"/>
              <a:t> Response:</a:t>
            </a:r>
            <a:r>
              <a:t> Block the prompt template cluster, not just individual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6553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Detecting Automated Agent Abuse —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automated agent abusing an AI API looks different from a human:</a:t>
            </a:r>
          </a:p>
          <a:p/>
          <a:p/>
          <a:p/>
          <a:p/>
          <a:p/>
          <a:p/>
          <a:p/>
          <a:p/>
          <a:p>
            <a:r>
              <a:t> Use JA3/JA4 TLS fingerprinting at the WAF layer to distinguish browser from bot traffic even when user-agent is spoofed.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Automated Agent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Inter-request timing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5–60 seconds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1 second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Prompt length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 (template-driven)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Session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Minutes–hours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Seconds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call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Deterministic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User-agent 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Browser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SDK / custom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TLS fingerprint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Browser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Python/Node client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Identifying Model Scraping — Detection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WAF-level heuristics for model scraping:</a:t>
            </a:r>
          </a:p>
          <a:p>
            <a:r>
              <a:t> Combine with token-level rate limiting at the AI gateway for complete coverage.</a:t>
            </a:r>
          </a:p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807700" cy="3454400"/>
          </a:xfrm>
          <a:prstGeom prst="rect">
            <a:avLst/>
          </a:prstGeom>
        </p:spPr>
      </p:pic>
      <p:pic>
        <p:nvPicPr>
          <p:cNvPr id="6" name="Picture 5" descr="pexels-yaroslav-shuraev-48888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986783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Runtime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Observability =</a:t>
            </a:r>
            <a:r>
              <a:rPr b="1"/>
              <a:t> metrics + logs + traces</a:t>
            </a:r>
            <a:r>
              <a:t> applied to AI workloads.</a:t>
            </a:r>
          </a:p>
          <a:p>
            <a:r>
              <a:rPr b="1"/>
              <a:t> Metrics to track:</a:t>
            </a:r>
          </a:p>
          <a:p>
            <a:r>
              <a:t> Requests per second (RPS) by model and endpoint</a:t>
            </a:r>
          </a:p>
          <a:p>
            <a:r>
              <a:t> Token throughput (tokens/sec in, tokens/sec out)</a:t>
            </a:r>
          </a:p>
          <a:p>
            <a:r>
              <a:t> Guardrail block rate (% of requests blocked/flagged)</a:t>
            </a:r>
          </a:p>
          <a:p>
            <a:r>
              <a:t> Average latency and p95/p99 percentiles</a:t>
            </a:r>
          </a:p>
          <a:p>
            <a:r>
              <a:t> Cost per user / per application</a:t>
            </a:r>
          </a:p>
          <a:p>
            <a:r>
              <a:rPr b="1"/>
              <a:t> Traces to capture:</a:t>
            </a:r>
          </a:p>
          <a:p>
            <a:r>
              <a:t> Full prompt → retrieval → completion pipeline</a:t>
            </a:r>
          </a:p>
          <a:p>
            <a:r>
              <a:t> Tool call chains with timing</a:t>
            </a:r>
          </a:p>
          <a:p>
            <a:r>
              <a:t> Agent reasoning steps (where available)</a:t>
            </a:r>
          </a:p>
          <a:p>
            <a:r>
              <a:rPr b="1"/>
              <a:t> Dashboards:</a:t>
            </a:r>
            <a:r>
              <a:t> One per layer — WAF, AI Gateway, LLM provider, agent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Observability Stack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131300" cy="47879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OpenTelemetry for AI Workloads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OpenTelemetry (OTel) is the standard for distributed tracing — it can be applied to AI pipelines.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569700" cy="452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Alerting — Tuning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alert tuning challenges vs traditional security:</a:t>
            </a:r>
          </a:p>
          <a:p>
            <a:r>
              <a:t> Natural language is noisy — false positive rates are higher</a:t>
            </a:r>
          </a:p>
          <a:p>
            <a:r>
              <a:t> Thresholds must be</a:t>
            </a:r>
            <a:r>
              <a:rPr b="1"/>
              <a:t> per-application</a:t>
            </a:r>
            <a:r>
              <a:t> , not global</a:t>
            </a:r>
          </a:p>
          <a:p>
            <a:r>
              <a:t> New attack patterns emerge frequently (new jailbreak techniques)</a:t>
            </a:r>
          </a:p>
          <a:p>
            <a:r>
              <a:t> Recommended tiered alerting:</a:t>
            </a:r>
          </a:p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3986783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Response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Guardrail score 0.5–0.7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Log, no action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WARNING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Guardrail score 0.7–0.85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Log + soft block (CAPTCHA)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ALERT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Guardrail score &gt; 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Block + notify SOC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Campaign detected (10+ alerts same 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Block IP range + escalate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regan-dsouza-1315522347-339779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6620256"/>
            <a:ext cx="7507224" cy="112620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for AI 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an AI-specific incident is confirmed:</a:t>
            </a:r>
          </a:p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436100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Security Information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Emerging standards and communities:</a:t>
            </a:r>
          </a:p>
          <a:p>
            <a:r>
              <a:rPr b="1"/>
              <a:t> MITRE ATLAS</a:t>
            </a:r>
            <a:r>
              <a:t> — AI threat knowledge base (analogous to ATT&amp;CK)</a:t>
            </a:r>
          </a:p>
          <a:p>
            <a:r>
              <a:rPr b="1"/>
              <a:t> OWASP GenAI</a:t>
            </a:r>
            <a:r>
              <a:t> — Top 10 and threat taxonomy</a:t>
            </a:r>
          </a:p>
          <a:p>
            <a:r>
              <a:rPr b="1"/>
              <a:t> AI-ISAC</a:t>
            </a:r>
            <a:r>
              <a:t> — Information sharing for AI security</a:t>
            </a:r>
          </a:p>
          <a:p>
            <a:r>
              <a:rPr b="1"/>
              <a:t> NIST AI RMF</a:t>
            </a:r>
            <a:r>
              <a:t> — Risk management framework</a:t>
            </a:r>
          </a:p>
          <a:p>
            <a:r>
              <a:t> Contribution to shared intel:</a:t>
            </a:r>
          </a:p>
          <a:p>
            <a:r>
              <a:t> Share prompt injection signatures (sanitized) with your threat intel feeds</a:t>
            </a:r>
          </a:p>
          <a:p>
            <a:r>
              <a:t> Tag AI-specific incidents in your SIEM with ATLAS technique IDs</a:t>
            </a:r>
          </a:p>
          <a:p>
            <a:r>
              <a:t> Example:</a:t>
            </a:r>
            <a:r>
              <a:rPr>
                <a:latin typeface="Courier New"/>
              </a:rPr>
              <a:t> AML.T0051</a:t>
            </a:r>
            <a:r>
              <a:t> (LLM prompt 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MITRE ATLAS — Key Techniques for SOC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>
            <a:r>
              <a:t> Map your SIEM alerts to ATLAS IDs for consistent reporting.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ATLAS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Detection Focus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Prompt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Classifier scores, keyword IoCs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Jailbreak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Iterative prompt patterns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Exfiltration via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DLP on completions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Craft Adversarial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RAG poisoning detection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Denial of ML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rate / cost anomalies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AML.T0052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Backdoor ML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Model version integrity checks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an AI Threat Intelligence Feed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Recommended structure for an internal AI threat intel feed:</a:t>
            </a:r>
          </a:p>
          <a:p/>
          <a:p/>
          <a:p/>
          <a:p/>
          <a:p/>
          <a:p>
            <a:r>
              <a:t> Feed into guardrail classifiers and WAF rule updates automatically.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1854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 Dashboard — Key AI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Recommended panels for an AI Security SOC dashboard: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8994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Automation — Closing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SOC automation for AI incidents should be built into your SOAR playbook:</a:t>
            </a:r>
          </a:p>
          <a:p/>
          <a:p/>
          <a:p/>
          <a:p/>
          <a:p>
            <a:r>
              <a:t> SOAR tools: Splunk SOAR, Palo Alto XSOAR, Tines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5029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8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telemetry spans HTTP, AI gateway, LLM provider, and agent layers — collect from all of them</a:t>
            </a:r>
          </a:p>
          <a:p>
            <a:r>
              <a:t> Prompt logs must balance security visibility with PII handling</a:t>
            </a:r>
          </a:p>
          <a:p>
            <a:r>
              <a:t> Token analytics reveal attacker behavior through cost and volume patterns</a:t>
            </a:r>
          </a:p>
          <a:p>
            <a:r>
              <a:t> Semantic SIEM pipelines require NLP classifiers at ingestion, not just field parsing</a:t>
            </a:r>
          </a:p>
          <a:p>
            <a:r>
              <a:t> AI IoCs are behavioral, not just signature-based</a:t>
            </a:r>
          </a:p>
          <a:p>
            <a:r>
              <a:t> Threat hunting for LLM abuse requires cluster analysis and session-level correlation</a:t>
            </a:r>
          </a:p>
          <a:p>
            <a:r>
              <a:t> MITRE ATLAS provides the industry framework for classifying and communicating AI threats</a:t>
            </a:r>
          </a:p>
          <a:p>
            <a:r>
              <a:t> Incident response for AI includes RAG vector store integrity and credential exposure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9 — Cloud WAFs and AI Security</a:t>
            </a:r>
          </a:p>
          <a:p>
            <a:r>
              <a:t> We move from detection principles to deployment:</a:t>
            </a:r>
          </a:p>
          <a:p>
            <a:r>
              <a:t> AWS WAF, Azure WAF, and Cloudflare AI Gateway configurations</a:t>
            </a:r>
          </a:p>
          <a:p>
            <a:r>
              <a:t> API gateway integration (Envoy, Kong, NGINX)</a:t>
            </a:r>
          </a:p>
          <a:p>
            <a:r>
              <a:t> Comparing proxy-based vs semantic filtering approaches</a:t>
            </a:r>
          </a:p>
          <a:p>
            <a:r>
              <a:t> Cloud-native AI security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Monitor AI abuse patterns in logs</a:t>
            </a:r>
          </a:p>
          <a:p>
            <a:r>
              <a:t> You will:</a:t>
            </a:r>
          </a:p>
          <a:p>
            <a:r>
              <a:t> Ingest a realistic AI gateway log stream into Elasticsearch</a:t>
            </a:r>
          </a:p>
          <a:p>
            <a:r>
              <a:t> Write detection queries to identify prompt injection attempts, token anomalies, and scraping patterns</a:t>
            </a:r>
          </a:p>
          <a:p>
            <a:r>
              <a:t> Build a Kibana dashboard showing real-time AI threat metrics</a:t>
            </a:r>
          </a:p>
          <a:p>
            <a:r>
              <a:t> Trigger a simulated jailbreak campaign and verify your detections fire</a:t>
            </a:r>
          </a:p>
          <a:p>
            <a:r>
              <a:t> Environment: Docker — Elasticsearch + Kibana + AI gateway log generator</a:t>
            </a:r>
            <a:r>
              <a:t>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