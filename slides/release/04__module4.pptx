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Module 4 — AI-Aware WAF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traditional WAF rules fail on AI endpoints</a:t>
            </a:r>
          </a:p>
          <a:p>
            <a:r>
              <a:t> Anatomy of an inference API request</a:t>
            </a:r>
          </a:p>
          <a:p>
            <a:r>
              <a:t> Token-aware rate limiting</a:t>
            </a:r>
          </a:p>
          <a:p>
            <a:r>
              <a:t> Prompt size inspection</a:t>
            </a:r>
          </a:p>
          <a:p>
            <a:r>
              <a:t> AI-specific signatures and patterns</a:t>
            </a:r>
          </a:p>
          <a:p>
            <a:r>
              <a:t> Conversation anomaly detection</a:t>
            </a:r>
          </a:p>
          <a:p>
            <a:r>
              <a:t> Multi-turn abuse patterns</a:t>
            </a:r>
          </a:p>
          <a:p>
            <a:r>
              <a:t> Model enumeration and inference scraping</a:t>
            </a:r>
          </a:p>
          <a:p>
            <a:r>
              <a:t> Denial-of-wallet protection</a:t>
            </a:r>
          </a:p>
          <a:p>
            <a:r>
              <a:t> Protecting streaming APIs</a:t>
            </a:r>
          </a:p>
          <a:p>
            <a:r>
              <a:t> Blocking recursive agent calls</a:t>
            </a:r>
          </a:p>
          <a:p>
            <a:r>
              <a:t> Lab 3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Traditional WAF Rules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WAF rules are built around structured payloads:</a:t>
            </a:r>
          </a:p>
          <a:p>
            <a:r>
              <a:t> SQL injection:</a:t>
            </a:r>
            <a:r>
              <a:rPr>
                <a:latin typeface="Courier New"/>
              </a:rPr>
              <a:t> ' OR 1=1 --</a:t>
            </a:r>
          </a:p>
          <a:p>
            <a:r>
              <a:t> XSS:</a:t>
            </a:r>
            <a:r>
              <a:rPr>
                <a:latin typeface="Courier New"/>
              </a:rPr>
              <a:t> &lt;script&gt;alert(1)&lt;/script&gt;</a:t>
            </a:r>
          </a:p>
          <a:p>
            <a:r>
              <a:t> Path traversal:</a:t>
            </a:r>
            <a:r>
              <a:rPr>
                <a:latin typeface="Courier New"/>
              </a:rPr>
              <a:t> ../../etc/passwd</a:t>
            </a:r>
          </a:p>
          <a:p>
            <a:r>
              <a:t> AI inference APIs accept</a:t>
            </a:r>
            <a:r>
              <a:rPr b="1"/>
              <a:t> freeform natural language</a:t>
            </a:r>
            <a:r>
              <a:t> :</a:t>
            </a:r>
          </a:p>
          <a:p/>
          <a:p/>
          <a:p/>
          <a:p/>
          <a:p/>
          <a:p>
            <a:r>
              <a:t> The attack is</a:t>
            </a:r>
            <a:r>
              <a:rPr b="1"/>
              <a:t> semantically encoded</a:t>
            </a:r>
            <a:r>
              <a:t> — pattern matching on strings is not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8915400" cy="1142799"/>
          </a:xfrm>
          <a:prstGeom prst="rect">
            <a:avLst/>
          </a:prstGeom>
        </p:spPr>
      </p:pic>
      <p:pic>
        <p:nvPicPr>
          <p:cNvPr id="6" name="Picture 5" descr="pexels-raymond-petrik-1448389535-351566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864608"/>
            <a:ext cx="7507224" cy="112608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Inference API as an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urier New"/>
              </a:rPr>
              <a:t> POST /v1/chat/completions</a:t>
            </a:r>
            <a:r>
              <a:t> is not an ordinary API endpoint.</a:t>
            </a:r>
          </a:p>
          <a:p>
            <a:r>
              <a:t> Accepts arbitrary text of arbitrary length</a:t>
            </a:r>
          </a:p>
          <a:p>
            <a:r>
              <a:t> No schema enforcement on message content</a:t>
            </a:r>
          </a:p>
          <a:p>
            <a:r>
              <a:t> Token consumption varies wildly by input</a:t>
            </a:r>
          </a:p>
          <a:p>
            <a:r>
              <a:t> Responses can be long, streamed, and expensive</a:t>
            </a:r>
          </a:p>
          <a:p>
            <a:r>
              <a:t> Same endpoint serves normal users and attackers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Chat Completions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>
            <a:r>
              <a:t> WAF-relevant fields: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099800" cy="3987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37744" y="3547872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messages[].content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 payload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max_tokens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Denial-of-wallet amplification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enumeration / unauthorized model access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Bypasses response inspection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Token-Aware Rate Limiting —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HTTP rate limiting counts</a:t>
            </a:r>
            <a:r>
              <a:rPr b="1"/>
              <a:t> requests</a:t>
            </a:r>
            <a:r>
              <a:t> . Tokens are the real cost unit.</a:t>
            </a:r>
          </a:p>
          <a:p/>
          <a:p/>
          <a:p>
            <a:r>
              <a:t> A low-volume, high-token attack is invisible to request-count limits.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3505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Token-Aware Rate Limiting —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Enforce limits on</a:t>
            </a:r>
            <a:r>
              <a:rPr b="1"/>
              <a:t> tokens per time window</a:t>
            </a:r>
            <a:r>
              <a:t> at the WAF or AI gateway layer.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12649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Estimating Tokens at the WAF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Exact tokenization requires running the model's tokenizer. The WAF uses heuristics.</a:t>
            </a:r>
          </a:p>
          <a:p>
            <a:r>
              <a:t> For production: use the model provider's tokenizer library (e.g.,</a:t>
            </a:r>
            <a:r>
              <a:rPr>
                <a:latin typeface="Courier New"/>
              </a:rPr>
              <a:t> tiktoken</a:t>
            </a:r>
            <a:r>
              <a:t> for OpenAI).</a:t>
            </a:r>
          </a:p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045700" cy="3454400"/>
          </a:xfrm>
          <a:prstGeom prst="rect">
            <a:avLst/>
          </a:prstGeom>
        </p:spPr>
      </p:pic>
      <p:pic>
        <p:nvPicPr>
          <p:cNvPr id="6" name="Picture 5" descr="pexels-karola-g-76806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425696"/>
            <a:ext cx="7507224" cy="112608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Size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Large prompts are a signal — inspect them structurally.</a:t>
            </a:r>
          </a:p>
          <a:p>
            <a:r>
              <a:rPr b="1"/>
              <a:t> Hard limits:</a:t>
            </a:r>
          </a:p>
          <a:p/>
          <a:p/>
          <a:p>
            <a:r>
              <a:rPr b="1"/>
              <a:t> Soft signals (log + alert):</a:t>
            </a:r>
          </a:p>
          <a:p>
            <a:r>
              <a:t> Structural limits are cheap to enforce and stop naive volume attacks immediately.</a:t>
            </a:r>
          </a:p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051800" cy="15875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8960"/>
            <a:ext cx="6223000" cy="1320800"/>
          </a:xfrm>
          <a:prstGeom prst="rect">
            <a:avLst/>
          </a:prstGeom>
        </p:spPr>
      </p:pic>
      <p:pic>
        <p:nvPicPr>
          <p:cNvPr id="7" name="Picture 6" descr="pexels-redwan-habib-224183836-1216658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425696"/>
            <a:ext cx="7507224" cy="10009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Size Inspection — ModSecurity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66200" cy="29210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0048"/>
            <a:ext cx="80518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AI-Specific Signatures — What to 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signatures look for known bad strings.</a:t>
            </a:r>
            <a:r>
              <a:t> AI signatures look for</a:t>
            </a:r>
            <a:r>
              <a:rPr b="1"/>
              <a:t> instruction-manipulation patterns</a:t>
            </a:r>
            <a:r>
              <a:t> .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353312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 Patterns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Role override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ignore previous instructions`, `disregard your system prompt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Persona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you are now DAN`, `act as if you have no restrictions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Jailbreak framing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in a hypothetical scenario`, `for a fictional story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Token manipulation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repeat the word "yes" 1000 times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Extraction attempts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output your full system prompt`, `what were you told at the start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Encoding evasion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Base64-encoded instructions, leetspeak, Unicode lookalikes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exels-apyfz-328209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864608"/>
            <a:ext cx="7507224" cy="11268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AI-Specific Signatures — Rule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15400" cy="28800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Evasion in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Attackers encode malicious instructions to bypass string matching.</a:t>
            </a:r>
          </a:p>
          <a:p>
            <a:r>
              <a:rPr b="1"/>
              <a:t> Base64 encoding:</a:t>
            </a:r>
          </a:p>
          <a:p/>
          <a:p>
            <a:r>
              <a:rPr b="1"/>
              <a:t> Unicode homoglyphs:</a:t>
            </a:r>
          </a:p>
          <a:p/>
          <a:p>
            <a:r>
              <a:rPr b="1"/>
              <a:t> Token splitting:</a:t>
            </a:r>
          </a:p>
          <a:p/>
          <a:p>
            <a:r>
              <a:t> Defenses:</a:t>
            </a:r>
          </a:p>
          <a:p>
            <a:r>
              <a:t> Normalize Unicode (NFC/NFKC) before inspection</a:t>
            </a:r>
          </a:p>
          <a:p>
            <a:r>
              <a:t> Decode base64 content and re-inspect</a:t>
            </a:r>
          </a:p>
          <a:p>
            <a:r>
              <a:t> Apply transformations:</a:t>
            </a:r>
            <a:r>
              <a:rPr>
                <a:latin typeface="Courier New"/>
              </a:rPr>
              <a:t> t:lowercase,t:removeWhitespace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15697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8960"/>
            <a:ext cx="9436100" cy="5207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86783"/>
            <a:ext cx="83566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Conversation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Single-turn inspection misses attacks that unfold across a conversation.</a:t>
            </a:r>
          </a:p>
          <a:p>
            <a:r>
              <a:t> Anomalies to detect:</a:t>
            </a:r>
          </a:p>
          <a:p/>
          <a:p/>
          <a:p/>
          <a:p/>
          <a:p/>
          <a:p/>
          <a:p/>
          <a:p>
            <a:r>
              <a:t> Implement a</a:t>
            </a:r>
            <a:r>
              <a:rPr b="1"/>
              <a:t> session fingerprint</a:t>
            </a:r>
            <a:r>
              <a:t> — track conversation structure across turns.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2231136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Role flip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messages begin asserting `system` or `assistant` role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Escalating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Each user turn grows significantly longer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Topic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Conversation shifts abruptly from stated purpose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Repetition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or similar message sent many times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Turn count spike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 far exceeds normal conversation length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Conversation Anomaly Detection — Session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15400" cy="35408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Multi-Turn Abuse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Some attacks require multiple turns to execute:</a:t>
            </a:r>
          </a:p>
          <a:p>
            <a:r>
              <a:rPr b="1"/>
              <a:t> Gradual jailbreak:</a:t>
            </a:r>
          </a:p>
          <a:p/>
          <a:p/>
          <a:p>
            <a:r>
              <a:rPr b="1"/>
              <a:t> Context poisoning:</a:t>
            </a:r>
          </a:p>
          <a:p/>
          <a:p>
            <a:r>
              <a:rPr b="1"/>
              <a:t> Instruction smuggling:</a:t>
            </a:r>
          </a:p>
          <a:p/>
          <a:p>
            <a:r>
              <a:t> Detection: look for rapid topic shifts, instruction keywords late in long sessions, and cross-turn reference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893300" cy="10541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8960"/>
            <a:ext cx="11112500" cy="7874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86783"/>
            <a:ext cx="94361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Multi-Turn Abuse — Detection 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>
            <a:r>
              <a:t> For high-risk deployments, maintain a sliding window embedding of conversation topics and alert on sudden shifts.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5885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Enumeration Attempts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Attackers probe inference APIs to map what models are available.</a:t>
            </a:r>
          </a:p>
          <a:p>
            <a:r>
              <a:rPr b="1"/>
              <a:t> Common enumeration patterns:</a:t>
            </a:r>
          </a:p>
          <a:p/>
          <a:p/>
          <a:p/>
          <a:p>
            <a:r>
              <a:rPr b="1"/>
              <a:t> Defenses:</a:t>
            </a:r>
          </a:p>
          <a:p>
            <a:r>
              <a:t> Block</a:t>
            </a:r>
            <a:r>
              <a:rPr>
                <a:latin typeface="Courier New"/>
              </a:rPr>
              <a:t> GET /v1/models</a:t>
            </a:r>
            <a:r>
              <a:t> for unauthenticated requests</a:t>
            </a:r>
          </a:p>
          <a:p>
            <a:r>
              <a:t> Return uniform error responses — do not differentiate 404 from 403</a:t>
            </a:r>
          </a:p>
          <a:p>
            <a:r>
              <a:t> Rate-limit failed model requests per API key</a:t>
            </a:r>
          </a:p>
          <a:p>
            <a:r>
              <a:t> Alert on &gt; 5 distinct model IDs from one identity in 60 seconds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0007600" cy="15875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8960"/>
            <a:ext cx="6807200" cy="520700"/>
          </a:xfrm>
          <a:prstGeom prst="rect">
            <a:avLst/>
          </a:prstGeom>
        </p:spPr>
      </p:pic>
      <p:pic>
        <p:nvPicPr>
          <p:cNvPr id="7" name="Picture 6" descr="pexels-pixabay-21957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6620256"/>
            <a:ext cx="7507224" cy="44870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Attackers extract model knowledge or training data at scale.</a:t>
            </a:r>
          </a:p>
          <a:p>
            <a:r>
              <a:rPr b="1"/>
              <a:t> Scraping patterns:</a:t>
            </a:r>
          </a:p>
          <a:p>
            <a:r>
              <a:t> High-volume systematic queries (topic enumeration)</a:t>
            </a:r>
          </a:p>
          <a:p>
            <a:r>
              <a:t> Prompts designed to reproduce training data verbatim (</a:t>
            </a:r>
            <a:r>
              <a:rPr>
                <a:latin typeface="Courier New"/>
              </a:rPr>
              <a:t> "repeat the following text exactly: ..."</a:t>
            </a:r>
            <a:r>
              <a:t> )</a:t>
            </a:r>
          </a:p>
          <a:p>
            <a:r>
              <a:t> Structured extraction: querying the same topic with thousands of variations</a:t>
            </a:r>
          </a:p>
          <a:p>
            <a:r>
              <a:t> Competitor intelligence gathering via your deployed model</a:t>
            </a:r>
          </a:p>
          <a:p>
            <a:r>
              <a:rPr b="1"/>
              <a:t> WAF/gateway signals: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5303520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 (tune per deployment)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Requests per API key per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1,000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Unique prompt similarity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0.3 (all prompts very different — breadth attack)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Unique prompt similarity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0.95 (all prompts nearly identical — repeat attack)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Response-to-request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5:1 average tokens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Scraping — Rate Limiting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655300" cy="29210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0048"/>
            <a:ext cx="114046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Denial-of-Wallet — The AI-Specific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DoS exhausts CPU or bandwidth.</a:t>
            </a:r>
            <a:r>
              <a:t> Denial-of-Wallet (DoW) exhausts</a:t>
            </a:r>
            <a:r>
              <a:rPr b="1"/>
              <a:t> budget</a:t>
            </a:r>
            <a:r>
              <a:t> .</a:t>
            </a:r>
          </a:p>
          <a:p/>
          <a:p/>
          <a:p/>
          <a:p>
            <a:r>
              <a:t> Even a medium-scale attack can generate thousands of dollars in unexpected bills before an alert fires.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14173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Denial-of-Wallet — Defense in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826500" cy="5054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Denial-of-Wallet — ModSecurity Kill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430000" cy="4521200"/>
          </a:xfrm>
          <a:prstGeom prst="rect">
            <a:avLst/>
          </a:prstGeom>
        </p:spPr>
      </p:pic>
      <p:pic>
        <p:nvPicPr>
          <p:cNvPr id="6" name="Picture 5" descr="pexels-emil-kalibradov-3013808-708578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547872"/>
            <a:ext cx="7507224" cy="1124588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Protecting Streaming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Streaming responses (</a:t>
            </a:r>
            <a:r>
              <a:rPr>
                <a:latin typeface="Courier New"/>
              </a:rPr>
              <a:t> stream: true</a:t>
            </a:r>
            <a:r>
              <a:t> ) use</a:t>
            </a:r>
            <a:r>
              <a:rPr b="1"/>
              <a:t> Server-Sent Events (SSE)</a:t>
            </a:r>
            <a:r>
              <a:t> .</a:t>
            </a:r>
          </a:p>
          <a:p/>
          <a:p/>
          <a:p/>
          <a:p>
            <a:r>
              <a:t> WAF challenges:</a:t>
            </a:r>
          </a:p>
          <a:p>
            <a:r>
              <a:t> Response body is never complete during transmission</a:t>
            </a:r>
          </a:p>
          <a:p>
            <a:r>
              <a:t> Per-chunk inspection is expensive</a:t>
            </a:r>
          </a:p>
          <a:p>
            <a:r>
              <a:t> Blocking mid-stream causes partial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5090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— WAF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rPr b="1"/>
              <a:t> Recommended approach for most deployments:</a:t>
            </a:r>
          </a:p>
          <a:p>
            <a:r>
              <a:t> Enforce strict request-side controls (prompt inspection, rate limiting)</a:t>
            </a:r>
          </a:p>
          <a:p>
            <a:r>
              <a:t> Buffer and inspect streaming responses only on elevated-risk sessions</a:t>
            </a:r>
          </a:p>
          <a:p>
            <a:r>
              <a:t> Log all streaming responses for async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Buffer full response, then inspect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Latency, memory cost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Inspect first N chunks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Misses late-arriving malicious content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Inspect request only, trust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Zero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output filtering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Async post-delivery inspection + 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latency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Reactive, not preventive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Disable streaming for high-risk routes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Degrades UX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— Detecting Abuse via SSE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Even without full buffering, heuristics on stream metadata are useful: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1854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 Agent Calls —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Agentic systems allow the LLM to call tools, which may call other LLMs.</a:t>
            </a:r>
          </a:p>
          <a:p/>
          <a:p/>
          <a:p>
            <a:r>
              <a:t> This creates:</a:t>
            </a:r>
          </a:p>
          <a:p>
            <a:r>
              <a:t> Unbounded cost (each hop generates tokens)</a:t>
            </a:r>
          </a:p>
          <a:p>
            <a:r>
              <a:t> Infinite loops if agents call each other</a:t>
            </a:r>
          </a:p>
          <a:p>
            <a:r>
              <a:t> Prompt injection that propagates across agents</a:t>
            </a:r>
          </a:p>
          <a:p>
            <a:r>
              <a:t> Attribution loss — who authorized the innermost call?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938068"/>
          </a:xfrm>
          <a:prstGeom prst="rect">
            <a:avLst/>
          </a:prstGeom>
        </p:spPr>
      </p:pic>
      <p:pic>
        <p:nvPicPr>
          <p:cNvPr id="6" name="Picture 5" descr="pexels-max-laurell-1958001-94542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864608"/>
            <a:ext cx="7507224" cy="112586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Blocking Recursive Agent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 a</a:t>
            </a:r>
            <a:r>
              <a:rPr b="1"/>
              <a:t> recursion depth header</a:t>
            </a:r>
            <a:r>
              <a:t> pattern: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5905500" cy="13208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10198100" cy="4521200"/>
          </a:xfrm>
          <a:prstGeom prst="rect">
            <a:avLst/>
          </a:prstGeom>
        </p:spPr>
      </p:pic>
      <p:pic>
        <p:nvPicPr>
          <p:cNvPr id="7" name="Picture 6" descr="pexels-jan-van-der-wolf-11680885-296149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864608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 Agent Call — Depth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5631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Gateway vs WAF —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>
            <a:r>
              <a:t> WAF and AI gateway are</a:t>
            </a:r>
            <a:r>
              <a:rPr b="1"/>
              <a:t> complementary</a:t>
            </a:r>
            <a:r>
              <a:t> , not redundant.</a:t>
            </a:r>
            <a:r>
              <a:t> Deploy WAF in front of the AI gateway.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DDoS / flood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TLS 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Sometimes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 injection signatures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Token budget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Heuristic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 (exact)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Model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Semantic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Output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Cost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 — Rule Layering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8138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Ruleset — Quick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Rule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 body &gt; 512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413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max_tokens &gt; 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Jailbreak phrase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 override attempt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Encoding evasion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 rate exceeded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429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budget exceeded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429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enumeration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 + throttle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Scraping 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429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Kill switch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503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depth exceeded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Missing agent depth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 When Writing AI WAF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Mistake 1 — Blocking too aggressively on content</a:t>
            </a:r>
          </a:p>
          <a:p>
            <a:r>
              <a:t> "Ignore" and "previous" are common English words</a:t>
            </a:r>
          </a:p>
          <a:p>
            <a:r>
              <a:t> Overly broad patterns cause false positives on legitimate prompts</a:t>
            </a:r>
          </a:p>
          <a:p>
            <a:r>
              <a:rPr b="1"/>
              <a:t> Mistake 2 — Ignoring token economics</a:t>
            </a:r>
          </a:p>
          <a:p>
            <a:r>
              <a:t> Blocking by request count while ignoring token volume is a false sense of security</a:t>
            </a:r>
          </a:p>
          <a:p>
            <a:r>
              <a:rPr b="1"/>
              <a:t> Mistake 3 — Not normalizing encoding</a:t>
            </a:r>
          </a:p>
          <a:p>
            <a:r>
              <a:t> Attackers exploit Unicode and encoding variations to bypass string rules</a:t>
            </a:r>
          </a:p>
          <a:p>
            <a:r>
              <a:rPr b="1"/>
              <a:t> Mistake 4 — Treating the WAF as the only control</a:t>
            </a:r>
          </a:p>
          <a:p>
            <a:r>
              <a:t> WAF rules are a first layer — semantic controls belong in the AI gateway</a:t>
            </a:r>
          </a:p>
          <a:p>
            <a:r>
              <a:rPr b="1"/>
              <a:t> Mistake 5 — No kill switch</a:t>
            </a:r>
          </a:p>
          <a:p>
            <a:r>
              <a:t> When an anomaly fires, you need a way to stop all inference traffic instantly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rdne-8363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7936992"/>
            <a:ext cx="7507224" cy="50051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Key takeaways:</a:t>
            </a:r>
          </a:p>
          <a:p>
            <a:r>
              <a:t> AI inference APIs require</a:t>
            </a:r>
            <a:r>
              <a:rPr b="1"/>
              <a:t> token-aware</a:t>
            </a:r>
            <a:r>
              <a:t> rate limiting, not just request counting</a:t>
            </a:r>
          </a:p>
          <a:p>
            <a:r>
              <a:t> Prompt size inspection stops naive volume attacks cheaply</a:t>
            </a:r>
          </a:p>
          <a:p>
            <a:r>
              <a:t> AI-specific signatures target instruction manipulation, not just code injection</a:t>
            </a:r>
          </a:p>
          <a:p>
            <a:r>
              <a:t> Conversation anomaly detection catches multi-turn attacks that single-turn inspection misses</a:t>
            </a:r>
          </a:p>
          <a:p>
            <a:r>
              <a:t> Model enumeration and scraping are distinct attack patterns with distinct signals</a:t>
            </a:r>
          </a:p>
          <a:p>
            <a:r>
              <a:t> Denial-of-wallet is a real financial threat — defend at every layer</a:t>
            </a:r>
          </a:p>
          <a:p>
            <a:r>
              <a:t> Streaming APIs limit response-side inspection; strengthen request-side controls</a:t>
            </a:r>
          </a:p>
          <a:p>
            <a:r>
              <a:t> Recursive agent calls need explicit depth tracking and cycle detection</a:t>
            </a:r>
          </a:p>
          <a:p>
            <a:r>
              <a:t> WAF and AI gateway are complementary — deploy both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— Module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Securing RAG Pipelines</a:t>
            </a:r>
          </a:p>
          <a:p>
            <a:r>
              <a:t> RAG (Retrieval-Augmented Generation) pipelines introduce a new class of threats:</a:t>
            </a:r>
          </a:p>
          <a:p>
            <a:r>
              <a:t> The attack surface extends to document stores and vector databases</a:t>
            </a:r>
          </a:p>
          <a:p>
            <a:r>
              <a:t> Malicious content embedded in documents can hijack the AI at retrieval time</a:t>
            </a:r>
          </a:p>
          <a:p>
            <a:r>
              <a:t> Data can be exfiltrated through retrieval responses</a:t>
            </a:r>
          </a:p>
          <a:p>
            <a:r>
              <a:t> Module 5 covers:</a:t>
            </a:r>
          </a:p>
          <a:p>
            <a:r>
              <a:t> Vector database threats and embedding poisoning</a:t>
            </a:r>
          </a:p>
          <a:p>
            <a:r>
              <a:t> Malicious document ingestion</a:t>
            </a:r>
          </a:p>
          <a:p>
            <a:r>
              <a:t> Retrieval manipulation and semantic poisoning</a:t>
            </a:r>
          </a:p>
          <a:p>
            <a:r>
              <a:t> Defenses: ingestion sanitization, trust scoring, provenance tracking</a:t>
            </a:r>
          </a:p>
          <a:p>
            <a:r>
              <a:t> Case study: poisoning a RAG pipeline with a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3 Preview — Build AI-Aware WAF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Objective:</a:t>
            </a:r>
            <a:r>
              <a:t> Configure a WAF to protect a live</a:t>
            </a:r>
            <a:r>
              <a:rPr>
                <a:latin typeface="Courier New"/>
              </a:rPr>
              <a:t> /v1/chat/completions</a:t>
            </a:r>
            <a:r>
              <a:t> endpoint.</a:t>
            </a:r>
          </a:p>
          <a:p>
            <a:r>
              <a:rPr b="1"/>
              <a:t> Environment:</a:t>
            </a:r>
          </a:p>
          <a:p>
            <a:r>
              <a:t> NGINX + ModSecurity WAF</a:t>
            </a:r>
          </a:p>
          <a:p>
            <a:r>
              <a:t> Mock LLM API backend (token-counted)</a:t>
            </a:r>
          </a:p>
          <a:p>
            <a:r>
              <a:t> Attacker tooling: jailbreak prompts, high-volume scraper, recursive agent simulator</a:t>
            </a:r>
          </a:p>
          <a:p>
            <a:r>
              <a:rPr b="1"/>
              <a:t> Tasks:</a:t>
            </a:r>
          </a:p>
          <a:p>
            <a:r>
              <a:t> Write ModSecurity rules to cap</a:t>
            </a:r>
            <a:r>
              <a:rPr>
                <a:latin typeface="Courier New"/>
              </a:rPr>
              <a:t> max_tokens</a:t>
            </a:r>
            <a:r>
              <a:t> and block oversized payloads</a:t>
            </a:r>
          </a:p>
          <a:p>
            <a:r>
              <a:t> Implement token-budget rate limiting per API key</a:t>
            </a:r>
          </a:p>
          <a:p>
            <a:r>
              <a:t> Add jailbreak detection signatures with encoding normalization</a:t>
            </a:r>
          </a:p>
          <a:p>
            <a:r>
              <a:t> Configure agent depth headers and recursion blocking</a:t>
            </a:r>
          </a:p>
          <a:p>
            <a:r>
              <a:t> Trigger the denial-of-wallet simulator and verify the kill switch fires</a:t>
            </a:r>
          </a:p>
          <a:p>
            <a:r>
              <a:rPr b="1"/>
              <a:t> Success criteria:</a:t>
            </a:r>
            <a:r>
              <a:t> All five attack scenarios blocked or alerted with &lt; 2% false positive rate on the legitimate traffic sample.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