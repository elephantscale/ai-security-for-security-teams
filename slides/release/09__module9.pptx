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business/learn/agent-security-enterprise/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Module 9 — Cloud WAFs and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9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Enterprise agent security: task authority and independently enforced boundaries</a:t>
            </a:r>
          </a:p>
          <a:p>
            <a:r>
              <a:t> Traditional WAF vs AI gateway — a principled comparison</a:t>
            </a:r>
          </a:p>
          <a:p>
            <a:r>
              <a:t> AWS WAF for AI APIs</a:t>
            </a:r>
          </a:p>
          <a:p>
            <a:r>
              <a:t> Azure WAF and Azure AI Content Safety</a:t>
            </a:r>
          </a:p>
          <a:p>
            <a:r>
              <a:t> Cloudflare AI Gateway</a:t>
            </a:r>
          </a:p>
          <a:p>
            <a:r>
              <a:t> API gateways as AI security controls</a:t>
            </a:r>
          </a:p>
          <a:p>
            <a:r>
              <a:t> Envoy proxy with AI filtering</a:t>
            </a:r>
          </a:p>
          <a:p>
            <a:r>
              <a:t> Kong AI Gateway</a:t>
            </a:r>
          </a:p>
          <a:p>
            <a:r>
              <a:t> NGINX AI security patterns</a:t>
            </a:r>
          </a:p>
          <a:p>
            <a:r>
              <a:t> Proxy-based vs semantic filtering</a:t>
            </a:r>
          </a:p>
          <a:p>
            <a:r>
              <a:t> Choosing the right layer for each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Cloud WAF Landscape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APIs are typically deployed behind multiple cloud security layers:</a:t>
            </a:r>
          </a:p>
          <a:p>
            <a:r>
              <a:t> No single product covers all layers.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264900" cy="5854700"/>
          </a:xfrm>
          <a:prstGeom prst="rect">
            <a:avLst/>
          </a:prstGeom>
        </p:spPr>
      </p:pic>
      <p:pic>
        <p:nvPicPr>
          <p:cNvPr id="6" name="Picture 5" descr="pexels-tugba-161553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64608"/>
            <a:ext cx="7507224" cy="9998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WAF vs AI Gateway — Core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Protocol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 + semantic content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Rule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Regex, OWASP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 classifiers, intent labels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Rate limiting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Tokens, cost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Payload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Bytes,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Meaning, intent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Output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 codes,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Completion text, PII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Threat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SQLi, XSS, 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injection, jailbreak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Model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(model, version, cost)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Latency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10–100 ms (classifier overhead)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Config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DSL (ModSecurity, WCL)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Policy YAML + ML pipeline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Proxy-Based vs Semantic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Two philosophically different approaches:</a:t>
            </a:r>
          </a:p>
          <a:p>
            <a:r>
              <a:rPr b="1"/>
              <a:t> Proxy-based filtering:</a:t>
            </a:r>
          </a:p>
          <a:p>
            <a:r>
              <a:t> Intercept HTTP at the network layer</a:t>
            </a:r>
          </a:p>
          <a:p>
            <a:r>
              <a:t> Apply rules to raw request/response bytes</a:t>
            </a:r>
          </a:p>
          <a:p>
            <a:r>
              <a:t> Fast, deterministic, auditable</a:t>
            </a:r>
          </a:p>
          <a:p>
            <a:r>
              <a:t> Cannot understand natural language meaning</a:t>
            </a:r>
          </a:p>
          <a:p>
            <a:r>
              <a:rPr b="1"/>
              <a:t> Semantic filtering:</a:t>
            </a:r>
          </a:p>
          <a:p>
            <a:r>
              <a:t> Run ML classifiers on prompt text</a:t>
            </a:r>
          </a:p>
          <a:p>
            <a:r>
              <a:t> Score intent, not syntax</a:t>
            </a:r>
          </a:p>
          <a:p>
            <a:r>
              <a:t> Can catch obfuscated, encoded, or paraphrased attacks</a:t>
            </a:r>
          </a:p>
          <a:p>
            <a:r>
              <a:t> Higher latency, probabilistic (false positives/negatives)</a:t>
            </a:r>
          </a:p>
          <a:p>
            <a:r>
              <a:rPr b="1"/>
              <a:t> Best practice:</a:t>
            </a:r>
            <a:r>
              <a:t> Use both. Proxy-based for HTTP hygiene and rate limiting; semantic for content-level threats.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AWS WAF protects AI endpoints exposed via API Gateway or Application Load Balancer.</a:t>
            </a:r>
          </a:p>
          <a:p>
            <a:r>
              <a:t> Key managed rule groups for AI:</a:t>
            </a:r>
          </a:p>
          <a:p>
            <a:r>
              <a:t> Apply to all</a:t>
            </a:r>
            <a:r>
              <a:rPr>
                <a:latin typeface="Courier New"/>
              </a:rPr>
              <a:t> /v1/chat</a:t>
            </a:r>
            <a:r>
              <a:t> ,</a:t>
            </a:r>
            <a:r>
              <a:rPr>
                <a:latin typeface="Courier New"/>
              </a:rPr>
              <a:t> /invoke</a:t>
            </a:r>
            <a:r>
              <a:t> ,</a:t>
            </a:r>
            <a:r>
              <a:rPr>
                <a:latin typeface="Courier New"/>
              </a:rPr>
              <a:t> /converse</a:t>
            </a:r>
            <a:r>
              <a:t> endpoints.</a:t>
            </a:r>
          </a:p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1112500" cy="1320800"/>
          </a:xfrm>
          <a:prstGeom prst="rect">
            <a:avLst/>
          </a:prstGeom>
        </p:spPr>
      </p:pic>
      <p:pic>
        <p:nvPicPr>
          <p:cNvPr id="6" name="Picture 5" descr="amazo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108960"/>
            <a:ext cx="1430767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— Custom Rules for AI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112500" cy="7188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— Blocking Prompt Injection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417300" cy="772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— Bot Control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Bot Control is especially valuable for AI endpoints because scrapers and automated agents have distinct TLS and HTTP/2 fingerprints.</a:t>
            </a:r>
          </a:p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8915400" cy="4735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Bedrock — AI Gateway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AWS Bedrock provides native AI security controls beyond WAF:</a:t>
            </a:r>
          </a:p>
          <a:p>
            <a:r>
              <a:t> Bedrock Guardrails operate</a:t>
            </a:r>
            <a:r>
              <a:rPr b="1"/>
              <a:t> inside</a:t>
            </a:r>
            <a:r>
              <a:t> the model invocation path — not at HTTP.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Does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harmful topics, PII, prompt attacks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Content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Hate, violence, sexual content classifiers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Denied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 topic blocklist (e.g., "no financial advice")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Sensitive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Auto-detect and mask PII in prompts and completions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Grounding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 hallucination vs source documents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Invocation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prompt/completion audit trail to CloudWatch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303520"/>
            <a:ext cx="28346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Bedrock Guardrail — 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5035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WAF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Azure WAF (on Application Gateway or Front Door) protects AI workloads similarly to AWS WAF.</a:t>
            </a:r>
          </a:p>
          <a:p>
            <a:r>
              <a:t> Key configurations for AI endpoints:</a:t>
            </a:r>
          </a:p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8915400" cy="2617684"/>
          </a:xfrm>
          <a:prstGeom prst="rect">
            <a:avLst/>
          </a:prstGeom>
        </p:spPr>
      </p:pic>
      <p:pic>
        <p:nvPicPr>
          <p:cNvPr id="6" name="Picture 5" descr="Az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64608"/>
            <a:ext cx="28956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AI Content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Azure provides a dedicated AI content safety service that operates at the semantic layer.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404600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Prompt Shields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Azure AI Content Safety includes</a:t>
            </a:r>
            <a:r>
              <a:rPr b="1"/>
              <a:t> Prompt Shields</a:t>
            </a:r>
            <a:r>
              <a:t> — specifically designed to detect prompt injection.</a:t>
            </a:r>
          </a:p>
          <a:p/>
          <a:p/>
          <a:p/>
          <a:p/>
          <a:p/>
          <a:p>
            <a:r>
              <a:t> Prompt Shields covers both</a:t>
            </a:r>
            <a:r>
              <a:rPr b="1"/>
              <a:t> direct injection</a:t>
            </a:r>
            <a:r>
              <a:t> (user input) and</a:t>
            </a:r>
            <a:r>
              <a:rPr b="1"/>
              <a:t> indirect injection</a:t>
            </a:r>
            <a:r>
              <a:t> (RAG documents) — a unique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24669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AI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Cloudflare AI Gateway is a managed proxy for LLM API calls.</a:t>
            </a:r>
          </a:p>
          <a:p>
            <a:r>
              <a:t> Architecture:</a:t>
            </a:r>
          </a:p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436100" cy="3454400"/>
          </a:xfrm>
          <a:prstGeom prst="rect">
            <a:avLst/>
          </a:prstGeom>
        </p:spPr>
      </p:pic>
      <p:pic>
        <p:nvPicPr>
          <p:cNvPr id="6" name="Picture 5" descr="Cloudfl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425696"/>
            <a:ext cx="3111500" cy="1739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AI Gateway —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Replace your LLM provider base URL with the Cloudflare gateway URL:</a:t>
            </a:r>
          </a:p>
          <a:p/>
          <a:p/>
          <a:p/>
          <a:p>
            <a:r>
              <a:t> All requests are now logged, rate-limited, and cached by Cloudflare — no app code changes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5693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AI Gateway — Rate Limiting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5600700" cy="7188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WAF + AI Gateway — Combined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>
            <a:r>
              <a:t> Two Cloudflare products, one network — minimal latency penalty for the combined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223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Gateways as AI 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API gateways (Envoy, Kong, NGINX, AWS API Gateway) sit between clients and AI backends.</a:t>
            </a:r>
          </a:p>
          <a:p>
            <a:r>
              <a:t> Security controls available at the API gateway layer:</a:t>
            </a:r>
          </a:p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2231136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Mechanism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JWT validation, OAuth2, API key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 checks, OPA policy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Per-user, per-endpoint, per-tier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Request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Schema enforcement (OpenAPI)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TLS 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Certificate inspection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Request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Structured audit trail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Circuit breaker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Fail-safe when LLM is overloaded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ngin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181344"/>
            <a:ext cx="51943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Envoy Proxy — AI Filtering with Ext AuthZ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Envoy's External Authorization filter can call a sidecar service to inspect AI prompts:</a:t>
            </a:r>
          </a:p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4453614"/>
          </a:xfrm>
          <a:prstGeom prst="rect">
            <a:avLst/>
          </a:prstGeom>
        </p:spPr>
      </p:pic>
      <p:pic>
        <p:nvPicPr>
          <p:cNvPr id="6" name="Picture 5" descr="env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742431"/>
            <a:ext cx="27813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Envoy — AI Security Sidecar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>
            <a:r>
              <a:t> This pattern extends Envoy with full semantic inspection without modifying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36656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Kong AI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Kong offers dedicated AI capabilities via the Kong AI Proxy plugin.</a:t>
            </a:r>
          </a:p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0325100" cy="772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Kong AI Gateway — Prompt Decorator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Kong can inject security context into every prompt automatically:</a:t>
            </a:r>
          </a:p>
          <a:p/>
          <a:p/>
          <a:p/>
          <a:p/>
          <a:p/>
          <a:p/>
          <a:p>
            <a:r>
              <a:t> Security instructions are injected at the gateway — application code does not need to manage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11417300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NGINX — AI Security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NGINX Plus (or open-source with Lua/NJS) can implement AI-specific controls.</a:t>
            </a:r>
          </a:p>
          <a:p>
            <a:r>
              <a:rPr b="1"/>
              <a:t> Rate limit by estimated token count using NJS:</a:t>
            </a:r>
          </a:p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116840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NGINX — Complete AI Endpoint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972800" cy="7454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Cloud WAF Solutions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Cloudflare WAF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Managed AI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 (Bot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Native AI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Content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Token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Lambda authorizer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APIM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CloudWatch (custom)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APIM diagnostic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Semantic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Azure Content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PII masking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Content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Jailbreak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Shields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Multi-provider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APIM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AI Gateway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Kong AI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Envoy + Sidecar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Cloudflare AI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Bedrock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LLM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ext_proc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AWS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Token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Prompt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ML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Response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ML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Self-hosted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Cost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(OSS)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Layer for Each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31300" cy="5054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Framework — Which Product?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807700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Anti-Patterns in Cloud AI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Common mistakes to avoid:</a:t>
            </a:r>
          </a:p>
          <a:p>
            <a:r>
              <a:rPr b="1"/>
              <a:t> WAF only, no semantic layer</a:t>
            </a:r>
            <a:r>
              <a:t> — bot protection catches volume attacks but not jailbreaks</a:t>
            </a:r>
          </a:p>
          <a:p>
            <a:r>
              <a:rPr b="1"/>
              <a:t> AI gateway only, no WAF</a:t>
            </a:r>
            <a:r>
              <a:t> — exposed to DDoS, IP spoofing, raw HTTP attacks</a:t>
            </a:r>
          </a:p>
          <a:p>
            <a:r>
              <a:rPr b="1"/>
              <a:t> Global token limits, not per-user</a:t>
            </a:r>
            <a:r>
              <a:t> — one aggressive user can exhaust limits for everyone</a:t>
            </a:r>
          </a:p>
          <a:p>
            <a:r>
              <a:rPr b="1"/>
              <a:t> Logging prompt text in plaintext to shared log stores</a:t>
            </a:r>
            <a:r>
              <a:t> — PII exposure risk</a:t>
            </a:r>
          </a:p>
          <a:p>
            <a:r>
              <a:rPr b="1"/>
              <a:t> Trusting the AI gateway's allow decision without WAF</a:t>
            </a:r>
            <a:r>
              <a:t> — defense in depth requires both</a:t>
            </a:r>
          </a:p>
          <a:p>
            <a:r>
              <a:rPr b="1"/>
              <a:t> Not testing WAF rules against streaming responses</a:t>
            </a:r>
            <a:r>
              <a:t> — WAF may pass SSE chunks uninspected</a:t>
            </a:r>
          </a:p>
          <a:p>
            <a:r>
              <a:rPr b="1"/>
              <a:t> Using managed rule sets without tuning</a:t>
            </a:r>
            <a:r>
              <a:t> — high false-positive rates on legitimate AI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Responsibility for Hosted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Provider-managed inference, harnesses, and enterprise connectors may sit in</a:t>
            </a:r>
            <a:r>
              <a:t> different trust domains.</a:t>
            </a:r>
          </a:p>
          <a:p>
            <a:r>
              <a:t> Name the owner of each runtime, credential store, and resource policy</a:t>
            </a:r>
          </a:p>
          <a:p>
            <a:r>
              <a:t> Identify which controls the enterprise can configure and test</a:t>
            </a:r>
          </a:p>
          <a:p>
            <a:r>
              <a:t> Request evidence for controls operated by the provider</a:t>
            </a:r>
          </a:p>
          <a:p>
            <a:r>
              <a:t> Keep customer-managed connector responsibilities explicit</a:t>
            </a:r>
          </a:p>
          <a:p>
            <a:r>
              <a:t> A remotely hosted agent does not make every connected system provider-managed.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 the Gateway Near the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model gateway can observe inference traffic without knowing whether an</a:t>
            </a:r>
            <a:r>
              <a:t> application action is authorized.</a:t>
            </a:r>
          </a:p>
          <a:p>
            <a:r>
              <a:t> Application policy enforces tenant and record ownership</a:t>
            </a:r>
          </a:p>
          <a:p>
            <a:r>
              <a:t> Repository protections constrain changes and merge authority</a:t>
            </a:r>
          </a:p>
          <a:p>
            <a:r>
              <a:t> Destination and network controls restrict data movement</a:t>
            </a:r>
          </a:p>
          <a:p>
            <a:r>
              <a:t> An action gateway evaluates task scope before tool execution</a:t>
            </a:r>
          </a:p>
          <a:p>
            <a:r>
              <a:t> Map bypass paths. A shell with direct egress may never pass through your model</a:t>
            </a:r>
            <a:r>
              <a:t> gateway. A product label alone does not establish enforcement coverage.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— Agent Security in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OpenAI, August 2026: task authority, independent boundaries, capability</a:t>
            </a:r>
            <a:r>
              <a:t> composition, and incident response.</a:t>
            </a:r>
          </a:p>
          <a:p>
            <a:r>
              <a:rPr>
                <a:hlinkClick r:id="rId2"/>
              </a:rPr>
              <a:t> Download the paper</a:t>
            </a:r>
          </a:p>
          <a:p>
            <a:r>
              <a:t> These are architectural recommendations. The classroom fixtures illustrate them;</a:t>
            </a:r>
            <a:r>
              <a:t> they do not certify a product or reproduce a production security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9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Cloud WAFs (AWS, Azure, Cloudflare) provide HTTP-layer protection for AI endpoints but need AI gateways for semantic coverage</a:t>
            </a:r>
          </a:p>
          <a:p>
            <a:r>
              <a:t> AWS WAF + Bedrock Guardrails, Azure WAF + Prompt Shields, and Cloudflare WAF + AI Gateway each form a coherent native stack</a:t>
            </a:r>
          </a:p>
          <a:p>
            <a:r>
              <a:t> Envoy ext_authz and Kong AI Gateway are the leading self-hosted options for semantic AI filtering</a:t>
            </a:r>
          </a:p>
          <a:p>
            <a:r>
              <a:t> NGINX can handle token estimation and rate limiting via NJS modules</a:t>
            </a:r>
          </a:p>
          <a:p>
            <a:r>
              <a:t> Proxy-based and semantic filtering are complementary — use both</a:t>
            </a:r>
          </a:p>
          <a:p>
            <a:r>
              <a:t> Layer selection matters: put each control at the layer that can enforce it most reliably</a:t>
            </a:r>
          </a:p>
          <a:p>
            <a:r>
              <a:t> No cloud product covers every AI security requirement — architecture is always multi-layer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10 — Building a Layered AI Defense</a:t>
            </a:r>
          </a:p>
          <a:p>
            <a:r>
              <a:t> We move from individual products to complete defense architecture:</a:t>
            </a:r>
          </a:p>
          <a:p>
            <a:r>
              <a:t> The 10-layer AI defense model</a:t>
            </a:r>
          </a:p>
          <a:p>
            <a:r>
              <a:t> From WAF engineer to AI Runtime Security engineer</a:t>
            </a:r>
          </a:p>
          <a:p>
            <a:r>
              <a:t> Capstone preview: defending a simulated enterprise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Monitor AI abuse patterns in logs</a:t>
            </a:r>
          </a:p>
          <a:p>
            <a:r>
              <a:t> You will:</a:t>
            </a:r>
          </a:p>
          <a:p>
            <a:r>
              <a:t> Deploy a simulated AI API behind NGINX and an open-source AI gateway</a:t>
            </a:r>
          </a:p>
          <a:p>
            <a:r>
              <a:t> Configure rate limiting at both the NGINX and AI gateway layers</a:t>
            </a:r>
          </a:p>
          <a:p>
            <a:r>
              <a:t> Send a scripted attack campaign (jailbreak attempts, token flooding, scraping)</a:t>
            </a:r>
          </a:p>
          <a:p>
            <a:r>
              <a:t> Observe which layer blocks which attack type</a:t>
            </a:r>
          </a:p>
          <a:p>
            <a:r>
              <a:t> Compare detection coverage: WAF alone vs WAF + AI gateway</a:t>
            </a:r>
          </a:p>
          <a:p>
            <a:r>
              <a:t> Environment: Docker Compose (NGINX + Kong AI Gateway + mock LLM backend)</a:t>
            </a:r>
            <a:r>
              <a:t> Time: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